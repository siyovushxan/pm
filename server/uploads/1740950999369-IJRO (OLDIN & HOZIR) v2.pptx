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1" r:id="rId2"/>
    <p:sldId id="433" r:id="rId3"/>
    <p:sldId id="436" r:id="rId4"/>
    <p:sldId id="437" r:id="rId5"/>
    <p:sldId id="423" r:id="rId6"/>
    <p:sldId id="43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бдуллаев Сиёвуш Асқаржон ўғли" initials="АСАў" lastIdx="2" clrIdx="0">
    <p:extLst>
      <p:ext uri="{19B8F6BF-5375-455C-9EA6-DF929625EA0E}">
        <p15:presenceInfo xmlns:p15="http://schemas.microsoft.com/office/powerpoint/2012/main" userId="S-1-5-21-4061626061-1787461688-4110736768-28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4660"/>
  </p:normalViewPr>
  <p:slideViewPr>
    <p:cSldViewPr snapToGrid="0">
      <p:cViewPr>
        <p:scale>
          <a:sx n="125" d="100"/>
          <a:sy n="125" d="100"/>
        </p:scale>
        <p:origin x="90" y="-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F0256-B133-43FD-839A-40F547026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C8FDB5-AB17-4719-9632-ED87B1296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DC4CA5-EC3A-42C4-8742-24A647D0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6C913-FD18-4FC1-BBA2-62AD726C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23FA30-7B36-4B50-911A-A8DB2FA3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25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52134-D4AB-43DE-AB8A-909C9442C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612F46-A65B-4FE4-B5A4-EC06D9DC1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467B59-4766-4DFB-9A36-B47F5A04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B6824-4BA6-4C89-A072-1A5348E8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6013B0-8B15-4BED-9FC9-5B77E277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79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BD017-7EBE-42CE-9829-1023DC2D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DC3F29-F615-42E7-A104-A8D363969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F690E7-EC2C-4CFE-B6A2-A6891F4B8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5D0691-E6EC-4B64-8758-8F2280C0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BC076B-FFD1-4354-89D9-F2949A74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64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ACE99-C5B6-45DF-BA33-276CE3C7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424A1-1DD0-4BFA-92D7-1C378C63E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A285A0-5004-4DAE-A7AE-F2E330C8A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F364B7-2E85-424F-A912-7E96BC333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AF9366-6AB6-4E46-B56A-9BB0AB2E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2CC989-2DC3-4694-9E1F-55A75C76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62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476FA-2B56-474D-BC02-936DC54F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88570C-B317-470E-B98B-59FBCF71E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437D5B-E36D-4C84-B0EB-16091925B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CAA6FEA-77F7-4434-B152-B736A2289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7E4D12-6E46-46C4-A5BE-8B41F8C5B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633B50-2968-4A86-9C94-E7893F54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37394D-CD9A-425A-ADC3-6DB0424A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85DFEF-A5C8-46ED-8EEE-97205D4F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008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0BB80-8EEF-4ADC-950B-4A786258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B46467A-6BC9-460E-B452-AC9007E1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C962C6-428A-43B4-83EB-6EA02D9D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96DE4E-7652-4D4A-BCE3-050B6B88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83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D72579-A73F-4A6E-96A8-45C087D4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0EB4ED9-BEEC-4DB6-80E3-8DF1E8D4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8F4386-9141-4C63-B161-F0178A98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54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5AD3A-AEC1-4C39-A85F-ABD89AF7B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AFEEA2-CF0F-472D-BADB-80DEEF7BB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A67B12-FF5A-4CE2-BCBF-DB550CD0A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F40D1D-F502-42EA-882F-2F86C116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7E3751-D445-4D27-A893-32EEE64C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7B4A9E-6DA6-442A-BE19-E9E373A2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13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0EA32-9882-437D-86B6-C74DAC08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06CD21-709C-4A90-9F07-3D06B98BD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BE740D-0BF1-4ED3-BA18-0276A8BD9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334609-9949-4982-BBF6-23B02496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BD8DD5-4227-4530-ACA8-E3C81F12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162241-6D1B-4B31-A9EF-D7FF2D44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48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B5ED6-93E7-43A1-B53B-CA422AC6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193770-627F-4218-BA28-5C44ED719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ADFF78-AE14-4BC9-A42B-79A1C726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B42080-CD87-4505-AF29-E7A4799B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574E1F-8FBF-4236-89EE-763C4242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859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B45FEB-2880-4E8A-877C-308E69C47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A91CA4-C910-48EC-9D25-D74758AFE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E61245-11ED-4563-B02E-25C60136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F0C277-40A9-4CA0-A3E7-34DDE447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21197D-30A4-42E4-A98C-C8C3AB38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644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4521287-2DE2-4A2B-AE3A-CA146C78B2E8}"/>
              </a:ext>
            </a:extLst>
          </p:cNvPr>
          <p:cNvSpPr/>
          <p:nvPr userDrawn="1"/>
        </p:nvSpPr>
        <p:spPr>
          <a:xfrm>
            <a:off x="7166467" y="2006886"/>
            <a:ext cx="5787943" cy="5482268"/>
          </a:xfrm>
          <a:prstGeom prst="roundRect">
            <a:avLst/>
          </a:prstGeom>
          <a:blipFill dpi="0" rotWithShape="1">
            <a:blip r:embed="rId2">
              <a:alphaModFix amt="21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97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F984E-39C0-4555-9A45-924C2934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D94AC1-0AD4-4672-9C66-FA3C489D5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E5CC85-9800-4E14-9649-B22B29A07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03D2D-CEC5-4BDA-8C3B-6E17818C6AA6}" type="datetimeFigureOut">
              <a:rPr lang="ru-RU" smtClean="0"/>
              <a:t>19.02.2025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BFEAB7-DF0E-479B-84D2-4AB54C680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86049D-7597-4CF9-9825-63CD957F5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0647-13B5-421A-85D1-226C9C686F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28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23.png"/><Relationship Id="rId5" Type="http://schemas.openxmlformats.org/officeDocument/2006/relationships/image" Target="../media/image25.png"/><Relationship Id="rId10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hdphoto" Target="../media/hdphoto1.wdp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3.png"/><Relationship Id="rId10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37.png"/><Relationship Id="rId2" Type="http://schemas.openxmlformats.org/officeDocument/2006/relationships/image" Target="../media/image2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openxmlformats.org/officeDocument/2006/relationships/image" Target="../media/image39.png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microsoft.com/office/2007/relationships/hdphoto" Target="../media/hdphoto4.wdp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13" Type="http://schemas.openxmlformats.org/officeDocument/2006/relationships/image" Target="../media/image47.png"/><Relationship Id="rId3" Type="http://schemas.microsoft.com/office/2007/relationships/hdphoto" Target="../media/hdphoto1.wdp"/><Relationship Id="rId7" Type="http://schemas.openxmlformats.org/officeDocument/2006/relationships/image" Target="../media/image44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5" Type="http://schemas.openxmlformats.org/officeDocument/2006/relationships/image" Target="../media/image49.png"/><Relationship Id="rId10" Type="http://schemas.openxmlformats.org/officeDocument/2006/relationships/image" Target="../media/image13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Relationship Id="rId1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 1">
            <a:extLst>
              <a:ext uri="{FF2B5EF4-FFF2-40B4-BE49-F238E27FC236}">
                <a16:creationId xmlns:a16="http://schemas.microsoft.com/office/drawing/2014/main" id="{78292610-8B4A-412B-B7A0-106D991EE89B}"/>
              </a:ext>
            </a:extLst>
          </p:cNvPr>
          <p:cNvGrpSpPr/>
          <p:nvPr/>
        </p:nvGrpSpPr>
        <p:grpSpPr>
          <a:xfrm>
            <a:off x="5288354" y="2563650"/>
            <a:ext cx="1627992" cy="1577228"/>
            <a:chOff x="4988754" y="2657699"/>
            <a:chExt cx="2444148" cy="2367934"/>
          </a:xfrm>
          <a:solidFill>
            <a:schemeClr val="tx1"/>
          </a:solidFill>
        </p:grpSpPr>
        <p:grpSp>
          <p:nvGrpSpPr>
            <p:cNvPr id="98" name="Group 6">
              <a:extLst>
                <a:ext uri="{FF2B5EF4-FFF2-40B4-BE49-F238E27FC236}">
                  <a16:creationId xmlns:a16="http://schemas.microsoft.com/office/drawing/2014/main" id="{A847FFDD-03BA-4E88-B44D-F64D3DB05079}"/>
                </a:ext>
              </a:extLst>
            </p:cNvPr>
            <p:cNvGrpSpPr/>
            <p:nvPr/>
          </p:nvGrpSpPr>
          <p:grpSpPr>
            <a:xfrm>
              <a:off x="5378711" y="2975848"/>
              <a:ext cx="1650833" cy="2049785"/>
              <a:chOff x="5066448" y="3037148"/>
              <a:chExt cx="1834398" cy="2277715"/>
            </a:xfrm>
            <a:grpFill/>
          </p:grpSpPr>
          <p:sp>
            <p:nvSpPr>
              <p:cNvPr id="121" name="Freeform 132">
                <a:extLst>
                  <a:ext uri="{FF2B5EF4-FFF2-40B4-BE49-F238E27FC236}">
                    <a16:creationId xmlns:a16="http://schemas.microsoft.com/office/drawing/2014/main" id="{85648AB1-9BC9-496D-B50A-382769286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444" y="4713587"/>
                <a:ext cx="25478" cy="295542"/>
              </a:xfrm>
              <a:custGeom>
                <a:avLst/>
                <a:gdLst>
                  <a:gd name="T0" fmla="*/ 10 w 10"/>
                  <a:gd name="T1" fmla="*/ 4 h 116"/>
                  <a:gd name="T2" fmla="*/ 10 w 10"/>
                  <a:gd name="T3" fmla="*/ 4 h 116"/>
                  <a:gd name="T4" fmla="*/ 4 w 10"/>
                  <a:gd name="T5" fmla="*/ 2 h 116"/>
                  <a:gd name="T6" fmla="*/ 0 w 10"/>
                  <a:gd name="T7" fmla="*/ 0 h 116"/>
                  <a:gd name="T8" fmla="*/ 0 w 10"/>
                  <a:gd name="T9" fmla="*/ 116 h 116"/>
                  <a:gd name="T10" fmla="*/ 0 w 10"/>
                  <a:gd name="T11" fmla="*/ 116 h 116"/>
                  <a:gd name="T12" fmla="*/ 4 w 10"/>
                  <a:gd name="T13" fmla="*/ 114 h 116"/>
                  <a:gd name="T14" fmla="*/ 10 w 10"/>
                  <a:gd name="T15" fmla="*/ 112 h 116"/>
                  <a:gd name="T16" fmla="*/ 10 w 10"/>
                  <a:gd name="T17" fmla="*/ 4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16">
                    <a:moveTo>
                      <a:pt x="10" y="4"/>
                    </a:moveTo>
                    <a:lnTo>
                      <a:pt x="10" y="4"/>
                    </a:lnTo>
                    <a:lnTo>
                      <a:pt x="4" y="2"/>
                    </a:lnTo>
                    <a:lnTo>
                      <a:pt x="0" y="0"/>
                    </a:lnTo>
                    <a:lnTo>
                      <a:pt x="0" y="116"/>
                    </a:lnTo>
                    <a:lnTo>
                      <a:pt x="0" y="116"/>
                    </a:lnTo>
                    <a:lnTo>
                      <a:pt x="4" y="114"/>
                    </a:lnTo>
                    <a:lnTo>
                      <a:pt x="10" y="112"/>
                    </a:lnTo>
                    <a:lnTo>
                      <a:pt x="1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22" name="Freeform 133">
                <a:extLst>
                  <a:ext uri="{FF2B5EF4-FFF2-40B4-BE49-F238E27FC236}">
                    <a16:creationId xmlns:a16="http://schemas.microsoft.com/office/drawing/2014/main" id="{9823DEEA-CB5F-4EBE-9CD8-C42288515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7659" y="4718682"/>
                <a:ext cx="30573" cy="285351"/>
              </a:xfrm>
              <a:custGeom>
                <a:avLst/>
                <a:gdLst>
                  <a:gd name="T0" fmla="*/ 0 w 12"/>
                  <a:gd name="T1" fmla="*/ 4 h 112"/>
                  <a:gd name="T2" fmla="*/ 0 w 12"/>
                  <a:gd name="T3" fmla="*/ 104 h 112"/>
                  <a:gd name="T4" fmla="*/ 0 w 12"/>
                  <a:gd name="T5" fmla="*/ 104 h 112"/>
                  <a:gd name="T6" fmla="*/ 6 w 12"/>
                  <a:gd name="T7" fmla="*/ 108 h 112"/>
                  <a:gd name="T8" fmla="*/ 12 w 12"/>
                  <a:gd name="T9" fmla="*/ 112 h 112"/>
                  <a:gd name="T10" fmla="*/ 12 w 12"/>
                  <a:gd name="T11" fmla="*/ 0 h 112"/>
                  <a:gd name="T12" fmla="*/ 12 w 12"/>
                  <a:gd name="T13" fmla="*/ 0 h 112"/>
                  <a:gd name="T14" fmla="*/ 6 w 12"/>
                  <a:gd name="T15" fmla="*/ 4 h 112"/>
                  <a:gd name="T16" fmla="*/ 0 w 12"/>
                  <a:gd name="T17" fmla="*/ 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12">
                    <a:moveTo>
                      <a:pt x="0" y="4"/>
                    </a:moveTo>
                    <a:lnTo>
                      <a:pt x="0" y="104"/>
                    </a:lnTo>
                    <a:lnTo>
                      <a:pt x="0" y="104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6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23" name="Freeform 134">
                <a:extLst>
                  <a:ext uri="{FF2B5EF4-FFF2-40B4-BE49-F238E27FC236}">
                    <a16:creationId xmlns:a16="http://schemas.microsoft.com/office/drawing/2014/main" id="{3C53E24F-4CAD-452A-B129-280858A69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7659" y="4718682"/>
                <a:ext cx="30573" cy="285351"/>
              </a:xfrm>
              <a:custGeom>
                <a:avLst/>
                <a:gdLst>
                  <a:gd name="T0" fmla="*/ 0 w 12"/>
                  <a:gd name="T1" fmla="*/ 4 h 112"/>
                  <a:gd name="T2" fmla="*/ 0 w 12"/>
                  <a:gd name="T3" fmla="*/ 104 h 112"/>
                  <a:gd name="T4" fmla="*/ 0 w 12"/>
                  <a:gd name="T5" fmla="*/ 104 h 112"/>
                  <a:gd name="T6" fmla="*/ 6 w 12"/>
                  <a:gd name="T7" fmla="*/ 108 h 112"/>
                  <a:gd name="T8" fmla="*/ 12 w 12"/>
                  <a:gd name="T9" fmla="*/ 112 h 112"/>
                  <a:gd name="T10" fmla="*/ 12 w 12"/>
                  <a:gd name="T11" fmla="*/ 0 h 112"/>
                  <a:gd name="T12" fmla="*/ 12 w 12"/>
                  <a:gd name="T13" fmla="*/ 0 h 112"/>
                  <a:gd name="T14" fmla="*/ 6 w 12"/>
                  <a:gd name="T15" fmla="*/ 4 h 112"/>
                  <a:gd name="T16" fmla="*/ 0 w 12"/>
                  <a:gd name="T17" fmla="*/ 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12">
                    <a:moveTo>
                      <a:pt x="0" y="4"/>
                    </a:moveTo>
                    <a:lnTo>
                      <a:pt x="0" y="104"/>
                    </a:lnTo>
                    <a:lnTo>
                      <a:pt x="0" y="104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6" y="4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grpSp>
            <p:nvGrpSpPr>
              <p:cNvPr id="124" name="Group 5">
                <a:extLst>
                  <a:ext uri="{FF2B5EF4-FFF2-40B4-BE49-F238E27FC236}">
                    <a16:creationId xmlns:a16="http://schemas.microsoft.com/office/drawing/2014/main" id="{98CF9C81-4691-48CC-9E69-CDFBD52382F2}"/>
                  </a:ext>
                </a:extLst>
              </p:cNvPr>
              <p:cNvGrpSpPr/>
              <p:nvPr/>
            </p:nvGrpSpPr>
            <p:grpSpPr>
              <a:xfrm>
                <a:off x="5066448" y="3037148"/>
                <a:ext cx="1834398" cy="2277715"/>
                <a:chOff x="5066448" y="3037148"/>
                <a:chExt cx="1834398" cy="2277715"/>
              </a:xfrm>
              <a:grpFill/>
            </p:grpSpPr>
            <p:sp>
              <p:nvSpPr>
                <p:cNvPr id="125" name="Freeform 116">
                  <a:extLst>
                    <a:ext uri="{FF2B5EF4-FFF2-40B4-BE49-F238E27FC236}">
                      <a16:creationId xmlns:a16="http://schemas.microsoft.com/office/drawing/2014/main" id="{9C5C0B70-491B-431C-A769-7E13581290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73455" y="4397662"/>
                  <a:ext cx="173249" cy="917201"/>
                </a:xfrm>
                <a:custGeom>
                  <a:avLst/>
                  <a:gdLst>
                    <a:gd name="T0" fmla="*/ 0 w 68"/>
                    <a:gd name="T1" fmla="*/ 0 h 360"/>
                    <a:gd name="T2" fmla="*/ 0 w 68"/>
                    <a:gd name="T3" fmla="*/ 326 h 360"/>
                    <a:gd name="T4" fmla="*/ 0 w 68"/>
                    <a:gd name="T5" fmla="*/ 326 h 360"/>
                    <a:gd name="T6" fmla="*/ 0 w 68"/>
                    <a:gd name="T7" fmla="*/ 332 h 360"/>
                    <a:gd name="T8" fmla="*/ 2 w 68"/>
                    <a:gd name="T9" fmla="*/ 340 h 360"/>
                    <a:gd name="T10" fmla="*/ 6 w 68"/>
                    <a:gd name="T11" fmla="*/ 346 h 360"/>
                    <a:gd name="T12" fmla="*/ 10 w 68"/>
                    <a:gd name="T13" fmla="*/ 350 h 360"/>
                    <a:gd name="T14" fmla="*/ 14 w 68"/>
                    <a:gd name="T15" fmla="*/ 354 h 360"/>
                    <a:gd name="T16" fmla="*/ 20 w 68"/>
                    <a:gd name="T17" fmla="*/ 358 h 360"/>
                    <a:gd name="T18" fmla="*/ 28 w 68"/>
                    <a:gd name="T19" fmla="*/ 360 h 360"/>
                    <a:gd name="T20" fmla="*/ 34 w 68"/>
                    <a:gd name="T21" fmla="*/ 360 h 360"/>
                    <a:gd name="T22" fmla="*/ 34 w 68"/>
                    <a:gd name="T23" fmla="*/ 360 h 360"/>
                    <a:gd name="T24" fmla="*/ 40 w 68"/>
                    <a:gd name="T25" fmla="*/ 360 h 360"/>
                    <a:gd name="T26" fmla="*/ 48 w 68"/>
                    <a:gd name="T27" fmla="*/ 358 h 360"/>
                    <a:gd name="T28" fmla="*/ 52 w 68"/>
                    <a:gd name="T29" fmla="*/ 354 h 360"/>
                    <a:gd name="T30" fmla="*/ 58 w 68"/>
                    <a:gd name="T31" fmla="*/ 350 h 360"/>
                    <a:gd name="T32" fmla="*/ 62 w 68"/>
                    <a:gd name="T33" fmla="*/ 346 h 360"/>
                    <a:gd name="T34" fmla="*/ 66 w 68"/>
                    <a:gd name="T35" fmla="*/ 340 h 360"/>
                    <a:gd name="T36" fmla="*/ 68 w 68"/>
                    <a:gd name="T37" fmla="*/ 332 h 360"/>
                    <a:gd name="T38" fmla="*/ 68 w 68"/>
                    <a:gd name="T39" fmla="*/ 326 h 360"/>
                    <a:gd name="T40" fmla="*/ 68 w 68"/>
                    <a:gd name="T41" fmla="*/ 0 h 360"/>
                    <a:gd name="T42" fmla="*/ 64 w 68"/>
                    <a:gd name="T43" fmla="*/ 0 h 360"/>
                    <a:gd name="T44" fmla="*/ 0 w 68"/>
                    <a:gd name="T45" fmla="*/ 0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68" h="360">
                      <a:moveTo>
                        <a:pt x="0" y="0"/>
                      </a:moveTo>
                      <a:lnTo>
                        <a:pt x="0" y="326"/>
                      </a:lnTo>
                      <a:lnTo>
                        <a:pt x="0" y="326"/>
                      </a:lnTo>
                      <a:lnTo>
                        <a:pt x="0" y="332"/>
                      </a:lnTo>
                      <a:lnTo>
                        <a:pt x="2" y="340"/>
                      </a:lnTo>
                      <a:lnTo>
                        <a:pt x="6" y="346"/>
                      </a:lnTo>
                      <a:lnTo>
                        <a:pt x="10" y="350"/>
                      </a:lnTo>
                      <a:lnTo>
                        <a:pt x="14" y="354"/>
                      </a:lnTo>
                      <a:lnTo>
                        <a:pt x="20" y="358"/>
                      </a:lnTo>
                      <a:lnTo>
                        <a:pt x="28" y="360"/>
                      </a:lnTo>
                      <a:lnTo>
                        <a:pt x="34" y="360"/>
                      </a:lnTo>
                      <a:lnTo>
                        <a:pt x="34" y="360"/>
                      </a:lnTo>
                      <a:lnTo>
                        <a:pt x="40" y="360"/>
                      </a:lnTo>
                      <a:lnTo>
                        <a:pt x="48" y="358"/>
                      </a:lnTo>
                      <a:lnTo>
                        <a:pt x="52" y="354"/>
                      </a:lnTo>
                      <a:lnTo>
                        <a:pt x="58" y="350"/>
                      </a:lnTo>
                      <a:lnTo>
                        <a:pt x="62" y="346"/>
                      </a:lnTo>
                      <a:lnTo>
                        <a:pt x="66" y="340"/>
                      </a:lnTo>
                      <a:lnTo>
                        <a:pt x="68" y="332"/>
                      </a:lnTo>
                      <a:lnTo>
                        <a:pt x="68" y="326"/>
                      </a:lnTo>
                      <a:lnTo>
                        <a:pt x="68" y="0"/>
                      </a:lnTo>
                      <a:lnTo>
                        <a:pt x="6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Freeform 117">
                  <a:extLst>
                    <a:ext uri="{FF2B5EF4-FFF2-40B4-BE49-F238E27FC236}">
                      <a16:creationId xmlns:a16="http://schemas.microsoft.com/office/drawing/2014/main" id="{C91F9D97-C246-480D-8303-B574FB621C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6448" y="4219318"/>
                  <a:ext cx="361784" cy="178345"/>
                </a:xfrm>
                <a:custGeom>
                  <a:avLst/>
                  <a:gdLst>
                    <a:gd name="T0" fmla="*/ 142 w 142"/>
                    <a:gd name="T1" fmla="*/ 36 h 70"/>
                    <a:gd name="T2" fmla="*/ 142 w 142"/>
                    <a:gd name="T3" fmla="*/ 36 h 70"/>
                    <a:gd name="T4" fmla="*/ 142 w 142"/>
                    <a:gd name="T5" fmla="*/ 28 h 70"/>
                    <a:gd name="T6" fmla="*/ 140 w 142"/>
                    <a:gd name="T7" fmla="*/ 22 h 70"/>
                    <a:gd name="T8" fmla="*/ 136 w 142"/>
                    <a:gd name="T9" fmla="*/ 16 h 70"/>
                    <a:gd name="T10" fmla="*/ 132 w 142"/>
                    <a:gd name="T11" fmla="*/ 10 h 70"/>
                    <a:gd name="T12" fmla="*/ 126 w 142"/>
                    <a:gd name="T13" fmla="*/ 6 h 70"/>
                    <a:gd name="T14" fmla="*/ 120 w 142"/>
                    <a:gd name="T15" fmla="*/ 2 h 70"/>
                    <a:gd name="T16" fmla="*/ 114 w 142"/>
                    <a:gd name="T17" fmla="*/ 0 h 70"/>
                    <a:gd name="T18" fmla="*/ 106 w 142"/>
                    <a:gd name="T19" fmla="*/ 0 h 70"/>
                    <a:gd name="T20" fmla="*/ 36 w 142"/>
                    <a:gd name="T21" fmla="*/ 0 h 70"/>
                    <a:gd name="T22" fmla="*/ 36 w 142"/>
                    <a:gd name="T23" fmla="*/ 0 h 70"/>
                    <a:gd name="T24" fmla="*/ 28 w 142"/>
                    <a:gd name="T25" fmla="*/ 0 h 70"/>
                    <a:gd name="T26" fmla="*/ 22 w 142"/>
                    <a:gd name="T27" fmla="*/ 2 h 70"/>
                    <a:gd name="T28" fmla="*/ 16 w 142"/>
                    <a:gd name="T29" fmla="*/ 6 h 70"/>
                    <a:gd name="T30" fmla="*/ 10 w 142"/>
                    <a:gd name="T31" fmla="*/ 10 h 70"/>
                    <a:gd name="T32" fmla="*/ 6 w 142"/>
                    <a:gd name="T33" fmla="*/ 16 h 70"/>
                    <a:gd name="T34" fmla="*/ 2 w 142"/>
                    <a:gd name="T35" fmla="*/ 22 h 70"/>
                    <a:gd name="T36" fmla="*/ 0 w 142"/>
                    <a:gd name="T37" fmla="*/ 28 h 70"/>
                    <a:gd name="T38" fmla="*/ 0 w 142"/>
                    <a:gd name="T39" fmla="*/ 36 h 70"/>
                    <a:gd name="T40" fmla="*/ 0 w 142"/>
                    <a:gd name="T41" fmla="*/ 36 h 70"/>
                    <a:gd name="T42" fmla="*/ 0 w 142"/>
                    <a:gd name="T43" fmla="*/ 44 h 70"/>
                    <a:gd name="T44" fmla="*/ 2 w 142"/>
                    <a:gd name="T45" fmla="*/ 50 h 70"/>
                    <a:gd name="T46" fmla="*/ 6 w 142"/>
                    <a:gd name="T47" fmla="*/ 56 h 70"/>
                    <a:gd name="T48" fmla="*/ 10 w 142"/>
                    <a:gd name="T49" fmla="*/ 60 h 70"/>
                    <a:gd name="T50" fmla="*/ 16 w 142"/>
                    <a:gd name="T51" fmla="*/ 64 h 70"/>
                    <a:gd name="T52" fmla="*/ 22 w 142"/>
                    <a:gd name="T53" fmla="*/ 68 h 70"/>
                    <a:gd name="T54" fmla="*/ 28 w 142"/>
                    <a:gd name="T55" fmla="*/ 70 h 70"/>
                    <a:gd name="T56" fmla="*/ 36 w 142"/>
                    <a:gd name="T57" fmla="*/ 70 h 70"/>
                    <a:gd name="T58" fmla="*/ 42 w 142"/>
                    <a:gd name="T59" fmla="*/ 70 h 70"/>
                    <a:gd name="T60" fmla="*/ 106 w 142"/>
                    <a:gd name="T61" fmla="*/ 70 h 70"/>
                    <a:gd name="T62" fmla="*/ 110 w 142"/>
                    <a:gd name="T63" fmla="*/ 70 h 70"/>
                    <a:gd name="T64" fmla="*/ 110 w 142"/>
                    <a:gd name="T65" fmla="*/ 70 h 70"/>
                    <a:gd name="T66" fmla="*/ 116 w 142"/>
                    <a:gd name="T67" fmla="*/ 70 h 70"/>
                    <a:gd name="T68" fmla="*/ 124 w 142"/>
                    <a:gd name="T69" fmla="*/ 68 h 70"/>
                    <a:gd name="T70" fmla="*/ 128 w 142"/>
                    <a:gd name="T71" fmla="*/ 64 h 70"/>
                    <a:gd name="T72" fmla="*/ 134 w 142"/>
                    <a:gd name="T73" fmla="*/ 60 h 70"/>
                    <a:gd name="T74" fmla="*/ 140 w 142"/>
                    <a:gd name="T75" fmla="*/ 48 h 70"/>
                    <a:gd name="T76" fmla="*/ 142 w 142"/>
                    <a:gd name="T77" fmla="*/ 36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142" h="70">
                      <a:moveTo>
                        <a:pt x="142" y="36"/>
                      </a:moveTo>
                      <a:lnTo>
                        <a:pt x="142" y="36"/>
                      </a:lnTo>
                      <a:lnTo>
                        <a:pt x="142" y="28"/>
                      </a:lnTo>
                      <a:lnTo>
                        <a:pt x="140" y="22"/>
                      </a:lnTo>
                      <a:lnTo>
                        <a:pt x="136" y="16"/>
                      </a:lnTo>
                      <a:lnTo>
                        <a:pt x="132" y="10"/>
                      </a:lnTo>
                      <a:lnTo>
                        <a:pt x="126" y="6"/>
                      </a:lnTo>
                      <a:lnTo>
                        <a:pt x="120" y="2"/>
                      </a:lnTo>
                      <a:lnTo>
                        <a:pt x="114" y="0"/>
                      </a:lnTo>
                      <a:lnTo>
                        <a:pt x="106" y="0"/>
                      </a:lnTo>
                      <a:lnTo>
                        <a:pt x="36" y="0"/>
                      </a:lnTo>
                      <a:lnTo>
                        <a:pt x="36" y="0"/>
                      </a:lnTo>
                      <a:lnTo>
                        <a:pt x="28" y="0"/>
                      </a:lnTo>
                      <a:lnTo>
                        <a:pt x="22" y="2"/>
                      </a:lnTo>
                      <a:lnTo>
                        <a:pt x="16" y="6"/>
                      </a:lnTo>
                      <a:lnTo>
                        <a:pt x="10" y="10"/>
                      </a:lnTo>
                      <a:lnTo>
                        <a:pt x="6" y="16"/>
                      </a:lnTo>
                      <a:lnTo>
                        <a:pt x="2" y="22"/>
                      </a:lnTo>
                      <a:lnTo>
                        <a:pt x="0" y="28"/>
                      </a:lnTo>
                      <a:lnTo>
                        <a:pt x="0" y="36"/>
                      </a:lnTo>
                      <a:lnTo>
                        <a:pt x="0" y="36"/>
                      </a:lnTo>
                      <a:lnTo>
                        <a:pt x="0" y="44"/>
                      </a:lnTo>
                      <a:lnTo>
                        <a:pt x="2" y="50"/>
                      </a:lnTo>
                      <a:lnTo>
                        <a:pt x="6" y="56"/>
                      </a:lnTo>
                      <a:lnTo>
                        <a:pt x="10" y="60"/>
                      </a:lnTo>
                      <a:lnTo>
                        <a:pt x="16" y="64"/>
                      </a:lnTo>
                      <a:lnTo>
                        <a:pt x="22" y="68"/>
                      </a:lnTo>
                      <a:lnTo>
                        <a:pt x="28" y="70"/>
                      </a:lnTo>
                      <a:lnTo>
                        <a:pt x="36" y="70"/>
                      </a:lnTo>
                      <a:lnTo>
                        <a:pt x="42" y="70"/>
                      </a:lnTo>
                      <a:lnTo>
                        <a:pt x="106" y="70"/>
                      </a:lnTo>
                      <a:lnTo>
                        <a:pt x="110" y="70"/>
                      </a:lnTo>
                      <a:lnTo>
                        <a:pt x="110" y="70"/>
                      </a:lnTo>
                      <a:lnTo>
                        <a:pt x="116" y="70"/>
                      </a:lnTo>
                      <a:lnTo>
                        <a:pt x="124" y="68"/>
                      </a:lnTo>
                      <a:lnTo>
                        <a:pt x="128" y="64"/>
                      </a:lnTo>
                      <a:lnTo>
                        <a:pt x="134" y="60"/>
                      </a:lnTo>
                      <a:lnTo>
                        <a:pt x="140" y="48"/>
                      </a:lnTo>
                      <a:lnTo>
                        <a:pt x="142" y="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Freeform 119">
                  <a:extLst>
                    <a:ext uri="{FF2B5EF4-FFF2-40B4-BE49-F238E27FC236}">
                      <a16:creationId xmlns:a16="http://schemas.microsoft.com/office/drawing/2014/main" id="{F184494A-5094-4F48-82AA-FF7D28C8DE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35877" y="4402758"/>
                  <a:ext cx="173249" cy="912105"/>
                </a:xfrm>
                <a:custGeom>
                  <a:avLst/>
                  <a:gdLst>
                    <a:gd name="T0" fmla="*/ 0 w 68"/>
                    <a:gd name="T1" fmla="*/ 324 h 358"/>
                    <a:gd name="T2" fmla="*/ 0 w 68"/>
                    <a:gd name="T3" fmla="*/ 324 h 358"/>
                    <a:gd name="T4" fmla="*/ 0 w 68"/>
                    <a:gd name="T5" fmla="*/ 330 h 358"/>
                    <a:gd name="T6" fmla="*/ 2 w 68"/>
                    <a:gd name="T7" fmla="*/ 338 h 358"/>
                    <a:gd name="T8" fmla="*/ 6 w 68"/>
                    <a:gd name="T9" fmla="*/ 344 h 358"/>
                    <a:gd name="T10" fmla="*/ 10 w 68"/>
                    <a:gd name="T11" fmla="*/ 348 h 358"/>
                    <a:gd name="T12" fmla="*/ 14 w 68"/>
                    <a:gd name="T13" fmla="*/ 352 h 358"/>
                    <a:gd name="T14" fmla="*/ 20 w 68"/>
                    <a:gd name="T15" fmla="*/ 356 h 358"/>
                    <a:gd name="T16" fmla="*/ 26 w 68"/>
                    <a:gd name="T17" fmla="*/ 358 h 358"/>
                    <a:gd name="T18" fmla="*/ 34 w 68"/>
                    <a:gd name="T19" fmla="*/ 358 h 358"/>
                    <a:gd name="T20" fmla="*/ 34 w 68"/>
                    <a:gd name="T21" fmla="*/ 358 h 358"/>
                    <a:gd name="T22" fmla="*/ 40 w 68"/>
                    <a:gd name="T23" fmla="*/ 358 h 358"/>
                    <a:gd name="T24" fmla="*/ 48 w 68"/>
                    <a:gd name="T25" fmla="*/ 356 h 358"/>
                    <a:gd name="T26" fmla="*/ 52 w 68"/>
                    <a:gd name="T27" fmla="*/ 352 h 358"/>
                    <a:gd name="T28" fmla="*/ 58 w 68"/>
                    <a:gd name="T29" fmla="*/ 348 h 358"/>
                    <a:gd name="T30" fmla="*/ 62 w 68"/>
                    <a:gd name="T31" fmla="*/ 344 h 358"/>
                    <a:gd name="T32" fmla="*/ 66 w 68"/>
                    <a:gd name="T33" fmla="*/ 338 h 358"/>
                    <a:gd name="T34" fmla="*/ 68 w 68"/>
                    <a:gd name="T35" fmla="*/ 330 h 358"/>
                    <a:gd name="T36" fmla="*/ 68 w 68"/>
                    <a:gd name="T37" fmla="*/ 324 h 358"/>
                    <a:gd name="T38" fmla="*/ 68 w 68"/>
                    <a:gd name="T39" fmla="*/ 0 h 358"/>
                    <a:gd name="T40" fmla="*/ 0 w 68"/>
                    <a:gd name="T41" fmla="*/ 0 h 358"/>
                    <a:gd name="T42" fmla="*/ 0 w 68"/>
                    <a:gd name="T43" fmla="*/ 324 h 3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68" h="358">
                      <a:moveTo>
                        <a:pt x="0" y="324"/>
                      </a:moveTo>
                      <a:lnTo>
                        <a:pt x="0" y="324"/>
                      </a:lnTo>
                      <a:lnTo>
                        <a:pt x="0" y="330"/>
                      </a:lnTo>
                      <a:lnTo>
                        <a:pt x="2" y="338"/>
                      </a:lnTo>
                      <a:lnTo>
                        <a:pt x="6" y="344"/>
                      </a:lnTo>
                      <a:lnTo>
                        <a:pt x="10" y="348"/>
                      </a:lnTo>
                      <a:lnTo>
                        <a:pt x="14" y="352"/>
                      </a:lnTo>
                      <a:lnTo>
                        <a:pt x="20" y="356"/>
                      </a:lnTo>
                      <a:lnTo>
                        <a:pt x="26" y="358"/>
                      </a:lnTo>
                      <a:lnTo>
                        <a:pt x="34" y="358"/>
                      </a:lnTo>
                      <a:lnTo>
                        <a:pt x="34" y="358"/>
                      </a:lnTo>
                      <a:lnTo>
                        <a:pt x="40" y="358"/>
                      </a:lnTo>
                      <a:lnTo>
                        <a:pt x="48" y="356"/>
                      </a:lnTo>
                      <a:lnTo>
                        <a:pt x="52" y="352"/>
                      </a:lnTo>
                      <a:lnTo>
                        <a:pt x="58" y="348"/>
                      </a:lnTo>
                      <a:lnTo>
                        <a:pt x="62" y="344"/>
                      </a:lnTo>
                      <a:lnTo>
                        <a:pt x="66" y="338"/>
                      </a:lnTo>
                      <a:lnTo>
                        <a:pt x="68" y="330"/>
                      </a:lnTo>
                      <a:lnTo>
                        <a:pt x="68" y="324"/>
                      </a:lnTo>
                      <a:lnTo>
                        <a:pt x="68" y="0"/>
                      </a:lnTo>
                      <a:lnTo>
                        <a:pt x="0" y="0"/>
                      </a:lnTo>
                      <a:lnTo>
                        <a:pt x="0" y="3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Freeform 120">
                  <a:extLst>
                    <a:ext uri="{FF2B5EF4-FFF2-40B4-BE49-F238E27FC236}">
                      <a16:creationId xmlns:a16="http://schemas.microsoft.com/office/drawing/2014/main" id="{7A7641AD-AE01-4B89-ACBA-C57EB4F1E8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39062" y="4219318"/>
                  <a:ext cx="361784" cy="178345"/>
                </a:xfrm>
                <a:custGeom>
                  <a:avLst/>
                  <a:gdLst>
                    <a:gd name="T0" fmla="*/ 106 w 142"/>
                    <a:gd name="T1" fmla="*/ 0 h 70"/>
                    <a:gd name="T2" fmla="*/ 36 w 142"/>
                    <a:gd name="T3" fmla="*/ 0 h 70"/>
                    <a:gd name="T4" fmla="*/ 36 w 142"/>
                    <a:gd name="T5" fmla="*/ 0 h 70"/>
                    <a:gd name="T6" fmla="*/ 30 w 142"/>
                    <a:gd name="T7" fmla="*/ 0 h 70"/>
                    <a:gd name="T8" fmla="*/ 24 w 142"/>
                    <a:gd name="T9" fmla="*/ 2 h 70"/>
                    <a:gd name="T10" fmla="*/ 18 w 142"/>
                    <a:gd name="T11" fmla="*/ 6 h 70"/>
                    <a:gd name="T12" fmla="*/ 12 w 142"/>
                    <a:gd name="T13" fmla="*/ 10 h 70"/>
                    <a:gd name="T14" fmla="*/ 8 w 142"/>
                    <a:gd name="T15" fmla="*/ 16 h 70"/>
                    <a:gd name="T16" fmla="*/ 4 w 142"/>
                    <a:gd name="T17" fmla="*/ 22 h 70"/>
                    <a:gd name="T18" fmla="*/ 2 w 142"/>
                    <a:gd name="T19" fmla="*/ 28 h 70"/>
                    <a:gd name="T20" fmla="*/ 0 w 142"/>
                    <a:gd name="T21" fmla="*/ 36 h 70"/>
                    <a:gd name="T22" fmla="*/ 0 w 142"/>
                    <a:gd name="T23" fmla="*/ 36 h 70"/>
                    <a:gd name="T24" fmla="*/ 2 w 142"/>
                    <a:gd name="T25" fmla="*/ 44 h 70"/>
                    <a:gd name="T26" fmla="*/ 4 w 142"/>
                    <a:gd name="T27" fmla="*/ 50 h 70"/>
                    <a:gd name="T28" fmla="*/ 8 w 142"/>
                    <a:gd name="T29" fmla="*/ 56 h 70"/>
                    <a:gd name="T30" fmla="*/ 12 w 142"/>
                    <a:gd name="T31" fmla="*/ 60 h 70"/>
                    <a:gd name="T32" fmla="*/ 18 w 142"/>
                    <a:gd name="T33" fmla="*/ 64 h 70"/>
                    <a:gd name="T34" fmla="*/ 24 w 142"/>
                    <a:gd name="T35" fmla="*/ 68 h 70"/>
                    <a:gd name="T36" fmla="*/ 30 w 142"/>
                    <a:gd name="T37" fmla="*/ 70 h 70"/>
                    <a:gd name="T38" fmla="*/ 36 w 142"/>
                    <a:gd name="T39" fmla="*/ 70 h 70"/>
                    <a:gd name="T40" fmla="*/ 38 w 142"/>
                    <a:gd name="T41" fmla="*/ 70 h 70"/>
                    <a:gd name="T42" fmla="*/ 106 w 142"/>
                    <a:gd name="T43" fmla="*/ 70 h 70"/>
                    <a:gd name="T44" fmla="*/ 106 w 142"/>
                    <a:gd name="T45" fmla="*/ 70 h 70"/>
                    <a:gd name="T46" fmla="*/ 114 w 142"/>
                    <a:gd name="T47" fmla="*/ 70 h 70"/>
                    <a:gd name="T48" fmla="*/ 120 w 142"/>
                    <a:gd name="T49" fmla="*/ 68 h 70"/>
                    <a:gd name="T50" fmla="*/ 126 w 142"/>
                    <a:gd name="T51" fmla="*/ 64 h 70"/>
                    <a:gd name="T52" fmla="*/ 132 w 142"/>
                    <a:gd name="T53" fmla="*/ 60 h 70"/>
                    <a:gd name="T54" fmla="*/ 136 w 142"/>
                    <a:gd name="T55" fmla="*/ 56 h 70"/>
                    <a:gd name="T56" fmla="*/ 138 w 142"/>
                    <a:gd name="T57" fmla="*/ 50 h 70"/>
                    <a:gd name="T58" fmla="*/ 142 w 142"/>
                    <a:gd name="T59" fmla="*/ 44 h 70"/>
                    <a:gd name="T60" fmla="*/ 142 w 142"/>
                    <a:gd name="T61" fmla="*/ 36 h 70"/>
                    <a:gd name="T62" fmla="*/ 142 w 142"/>
                    <a:gd name="T63" fmla="*/ 36 h 70"/>
                    <a:gd name="T64" fmla="*/ 142 w 142"/>
                    <a:gd name="T65" fmla="*/ 28 h 70"/>
                    <a:gd name="T66" fmla="*/ 138 w 142"/>
                    <a:gd name="T67" fmla="*/ 22 h 70"/>
                    <a:gd name="T68" fmla="*/ 136 w 142"/>
                    <a:gd name="T69" fmla="*/ 16 h 70"/>
                    <a:gd name="T70" fmla="*/ 132 w 142"/>
                    <a:gd name="T71" fmla="*/ 10 h 70"/>
                    <a:gd name="T72" fmla="*/ 126 w 142"/>
                    <a:gd name="T73" fmla="*/ 6 h 70"/>
                    <a:gd name="T74" fmla="*/ 120 w 142"/>
                    <a:gd name="T75" fmla="*/ 2 h 70"/>
                    <a:gd name="T76" fmla="*/ 114 w 142"/>
                    <a:gd name="T77" fmla="*/ 0 h 70"/>
                    <a:gd name="T78" fmla="*/ 106 w 142"/>
                    <a:gd name="T79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42" h="70">
                      <a:moveTo>
                        <a:pt x="106" y="0"/>
                      </a:moveTo>
                      <a:lnTo>
                        <a:pt x="36" y="0"/>
                      </a:lnTo>
                      <a:lnTo>
                        <a:pt x="36" y="0"/>
                      </a:lnTo>
                      <a:lnTo>
                        <a:pt x="30" y="0"/>
                      </a:lnTo>
                      <a:lnTo>
                        <a:pt x="24" y="2"/>
                      </a:lnTo>
                      <a:lnTo>
                        <a:pt x="18" y="6"/>
                      </a:lnTo>
                      <a:lnTo>
                        <a:pt x="12" y="10"/>
                      </a:lnTo>
                      <a:lnTo>
                        <a:pt x="8" y="16"/>
                      </a:lnTo>
                      <a:lnTo>
                        <a:pt x="4" y="22"/>
                      </a:lnTo>
                      <a:lnTo>
                        <a:pt x="2" y="28"/>
                      </a:lnTo>
                      <a:lnTo>
                        <a:pt x="0" y="36"/>
                      </a:lnTo>
                      <a:lnTo>
                        <a:pt x="0" y="36"/>
                      </a:lnTo>
                      <a:lnTo>
                        <a:pt x="2" y="44"/>
                      </a:lnTo>
                      <a:lnTo>
                        <a:pt x="4" y="50"/>
                      </a:lnTo>
                      <a:lnTo>
                        <a:pt x="8" y="56"/>
                      </a:lnTo>
                      <a:lnTo>
                        <a:pt x="12" y="60"/>
                      </a:lnTo>
                      <a:lnTo>
                        <a:pt x="18" y="64"/>
                      </a:lnTo>
                      <a:lnTo>
                        <a:pt x="24" y="68"/>
                      </a:lnTo>
                      <a:lnTo>
                        <a:pt x="30" y="70"/>
                      </a:lnTo>
                      <a:lnTo>
                        <a:pt x="36" y="70"/>
                      </a:lnTo>
                      <a:lnTo>
                        <a:pt x="38" y="70"/>
                      </a:lnTo>
                      <a:lnTo>
                        <a:pt x="106" y="70"/>
                      </a:lnTo>
                      <a:lnTo>
                        <a:pt x="106" y="70"/>
                      </a:lnTo>
                      <a:lnTo>
                        <a:pt x="114" y="70"/>
                      </a:lnTo>
                      <a:lnTo>
                        <a:pt x="120" y="68"/>
                      </a:lnTo>
                      <a:lnTo>
                        <a:pt x="126" y="64"/>
                      </a:lnTo>
                      <a:lnTo>
                        <a:pt x="132" y="60"/>
                      </a:lnTo>
                      <a:lnTo>
                        <a:pt x="136" y="56"/>
                      </a:lnTo>
                      <a:lnTo>
                        <a:pt x="138" y="50"/>
                      </a:lnTo>
                      <a:lnTo>
                        <a:pt x="142" y="44"/>
                      </a:lnTo>
                      <a:lnTo>
                        <a:pt x="142" y="36"/>
                      </a:lnTo>
                      <a:lnTo>
                        <a:pt x="142" y="36"/>
                      </a:lnTo>
                      <a:lnTo>
                        <a:pt x="142" y="28"/>
                      </a:lnTo>
                      <a:lnTo>
                        <a:pt x="138" y="22"/>
                      </a:lnTo>
                      <a:lnTo>
                        <a:pt x="136" y="16"/>
                      </a:lnTo>
                      <a:lnTo>
                        <a:pt x="132" y="10"/>
                      </a:lnTo>
                      <a:lnTo>
                        <a:pt x="126" y="6"/>
                      </a:lnTo>
                      <a:lnTo>
                        <a:pt x="120" y="2"/>
                      </a:lnTo>
                      <a:lnTo>
                        <a:pt x="114" y="0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Freeform 122">
                  <a:extLst>
                    <a:ext uri="{FF2B5EF4-FFF2-40B4-BE49-F238E27FC236}">
                      <a16:creationId xmlns:a16="http://schemas.microsoft.com/office/drawing/2014/main" id="{34B12007-8144-4527-931B-C0C3B8EAF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11673" y="3786195"/>
                  <a:ext cx="244586" cy="886627"/>
                </a:xfrm>
                <a:custGeom>
                  <a:avLst/>
                  <a:gdLst>
                    <a:gd name="T0" fmla="*/ 48 w 96"/>
                    <a:gd name="T1" fmla="*/ 70 h 348"/>
                    <a:gd name="T2" fmla="*/ 48 w 96"/>
                    <a:gd name="T3" fmla="*/ 70 h 348"/>
                    <a:gd name="T4" fmla="*/ 44 w 96"/>
                    <a:gd name="T5" fmla="*/ 66 h 348"/>
                    <a:gd name="T6" fmla="*/ 42 w 96"/>
                    <a:gd name="T7" fmla="*/ 60 h 348"/>
                    <a:gd name="T8" fmla="*/ 0 w 96"/>
                    <a:gd name="T9" fmla="*/ 0 h 348"/>
                    <a:gd name="T10" fmla="*/ 0 w 96"/>
                    <a:gd name="T11" fmla="*/ 280 h 348"/>
                    <a:gd name="T12" fmla="*/ 0 w 96"/>
                    <a:gd name="T13" fmla="*/ 280 h 348"/>
                    <a:gd name="T14" fmla="*/ 12 w 96"/>
                    <a:gd name="T15" fmla="*/ 282 h 348"/>
                    <a:gd name="T16" fmla="*/ 22 w 96"/>
                    <a:gd name="T17" fmla="*/ 288 h 348"/>
                    <a:gd name="T18" fmla="*/ 32 w 96"/>
                    <a:gd name="T19" fmla="*/ 294 h 348"/>
                    <a:gd name="T20" fmla="*/ 40 w 96"/>
                    <a:gd name="T21" fmla="*/ 302 h 348"/>
                    <a:gd name="T22" fmla="*/ 46 w 96"/>
                    <a:gd name="T23" fmla="*/ 310 h 348"/>
                    <a:gd name="T24" fmla="*/ 52 w 96"/>
                    <a:gd name="T25" fmla="*/ 322 h 348"/>
                    <a:gd name="T26" fmla="*/ 56 w 96"/>
                    <a:gd name="T27" fmla="*/ 332 h 348"/>
                    <a:gd name="T28" fmla="*/ 58 w 96"/>
                    <a:gd name="T29" fmla="*/ 344 h 348"/>
                    <a:gd name="T30" fmla="*/ 58 w 96"/>
                    <a:gd name="T31" fmla="*/ 344 h 348"/>
                    <a:gd name="T32" fmla="*/ 68 w 96"/>
                    <a:gd name="T33" fmla="*/ 348 h 348"/>
                    <a:gd name="T34" fmla="*/ 68 w 96"/>
                    <a:gd name="T35" fmla="*/ 258 h 348"/>
                    <a:gd name="T36" fmla="*/ 68 w 96"/>
                    <a:gd name="T37" fmla="*/ 258 h 348"/>
                    <a:gd name="T38" fmla="*/ 60 w 96"/>
                    <a:gd name="T39" fmla="*/ 254 h 348"/>
                    <a:gd name="T40" fmla="*/ 54 w 96"/>
                    <a:gd name="T41" fmla="*/ 250 h 348"/>
                    <a:gd name="T42" fmla="*/ 46 w 96"/>
                    <a:gd name="T43" fmla="*/ 244 h 348"/>
                    <a:gd name="T44" fmla="*/ 42 w 96"/>
                    <a:gd name="T45" fmla="*/ 238 h 348"/>
                    <a:gd name="T46" fmla="*/ 38 w 96"/>
                    <a:gd name="T47" fmla="*/ 232 h 348"/>
                    <a:gd name="T48" fmla="*/ 34 w 96"/>
                    <a:gd name="T49" fmla="*/ 224 h 348"/>
                    <a:gd name="T50" fmla="*/ 32 w 96"/>
                    <a:gd name="T51" fmla="*/ 216 h 348"/>
                    <a:gd name="T52" fmla="*/ 32 w 96"/>
                    <a:gd name="T53" fmla="*/ 206 h 348"/>
                    <a:gd name="T54" fmla="*/ 32 w 96"/>
                    <a:gd name="T55" fmla="*/ 206 h 348"/>
                    <a:gd name="T56" fmla="*/ 32 w 96"/>
                    <a:gd name="T57" fmla="*/ 194 h 348"/>
                    <a:gd name="T58" fmla="*/ 36 w 96"/>
                    <a:gd name="T59" fmla="*/ 184 h 348"/>
                    <a:gd name="T60" fmla="*/ 40 w 96"/>
                    <a:gd name="T61" fmla="*/ 174 h 348"/>
                    <a:gd name="T62" fmla="*/ 48 w 96"/>
                    <a:gd name="T63" fmla="*/ 166 h 348"/>
                    <a:gd name="T64" fmla="*/ 56 w 96"/>
                    <a:gd name="T65" fmla="*/ 160 h 348"/>
                    <a:gd name="T66" fmla="*/ 64 w 96"/>
                    <a:gd name="T67" fmla="*/ 154 h 348"/>
                    <a:gd name="T68" fmla="*/ 76 w 96"/>
                    <a:gd name="T69" fmla="*/ 150 h 348"/>
                    <a:gd name="T70" fmla="*/ 86 w 96"/>
                    <a:gd name="T71" fmla="*/ 150 h 348"/>
                    <a:gd name="T72" fmla="*/ 96 w 96"/>
                    <a:gd name="T73" fmla="*/ 150 h 348"/>
                    <a:gd name="T74" fmla="*/ 96 w 96"/>
                    <a:gd name="T75" fmla="*/ 98 h 348"/>
                    <a:gd name="T76" fmla="*/ 96 w 96"/>
                    <a:gd name="T77" fmla="*/ 98 h 348"/>
                    <a:gd name="T78" fmla="*/ 82 w 96"/>
                    <a:gd name="T79" fmla="*/ 94 h 348"/>
                    <a:gd name="T80" fmla="*/ 70 w 96"/>
                    <a:gd name="T81" fmla="*/ 90 h 348"/>
                    <a:gd name="T82" fmla="*/ 58 w 96"/>
                    <a:gd name="T83" fmla="*/ 82 h 348"/>
                    <a:gd name="T84" fmla="*/ 48 w 96"/>
                    <a:gd name="T85" fmla="*/ 70 h 3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6" h="348">
                      <a:moveTo>
                        <a:pt x="48" y="70"/>
                      </a:moveTo>
                      <a:lnTo>
                        <a:pt x="48" y="70"/>
                      </a:lnTo>
                      <a:lnTo>
                        <a:pt x="44" y="66"/>
                      </a:lnTo>
                      <a:lnTo>
                        <a:pt x="42" y="60"/>
                      </a:lnTo>
                      <a:lnTo>
                        <a:pt x="0" y="0"/>
                      </a:lnTo>
                      <a:lnTo>
                        <a:pt x="0" y="280"/>
                      </a:lnTo>
                      <a:lnTo>
                        <a:pt x="0" y="280"/>
                      </a:lnTo>
                      <a:lnTo>
                        <a:pt x="12" y="282"/>
                      </a:lnTo>
                      <a:lnTo>
                        <a:pt x="22" y="288"/>
                      </a:lnTo>
                      <a:lnTo>
                        <a:pt x="32" y="294"/>
                      </a:lnTo>
                      <a:lnTo>
                        <a:pt x="40" y="302"/>
                      </a:lnTo>
                      <a:lnTo>
                        <a:pt x="46" y="310"/>
                      </a:lnTo>
                      <a:lnTo>
                        <a:pt x="52" y="322"/>
                      </a:lnTo>
                      <a:lnTo>
                        <a:pt x="56" y="332"/>
                      </a:lnTo>
                      <a:lnTo>
                        <a:pt x="58" y="344"/>
                      </a:lnTo>
                      <a:lnTo>
                        <a:pt x="58" y="344"/>
                      </a:lnTo>
                      <a:lnTo>
                        <a:pt x="68" y="348"/>
                      </a:lnTo>
                      <a:lnTo>
                        <a:pt x="68" y="258"/>
                      </a:lnTo>
                      <a:lnTo>
                        <a:pt x="68" y="258"/>
                      </a:lnTo>
                      <a:lnTo>
                        <a:pt x="60" y="254"/>
                      </a:lnTo>
                      <a:lnTo>
                        <a:pt x="54" y="250"/>
                      </a:lnTo>
                      <a:lnTo>
                        <a:pt x="46" y="244"/>
                      </a:lnTo>
                      <a:lnTo>
                        <a:pt x="42" y="238"/>
                      </a:lnTo>
                      <a:lnTo>
                        <a:pt x="38" y="232"/>
                      </a:lnTo>
                      <a:lnTo>
                        <a:pt x="34" y="224"/>
                      </a:lnTo>
                      <a:lnTo>
                        <a:pt x="32" y="216"/>
                      </a:lnTo>
                      <a:lnTo>
                        <a:pt x="32" y="206"/>
                      </a:lnTo>
                      <a:lnTo>
                        <a:pt x="32" y="206"/>
                      </a:lnTo>
                      <a:lnTo>
                        <a:pt x="32" y="194"/>
                      </a:lnTo>
                      <a:lnTo>
                        <a:pt x="36" y="184"/>
                      </a:lnTo>
                      <a:lnTo>
                        <a:pt x="40" y="174"/>
                      </a:lnTo>
                      <a:lnTo>
                        <a:pt x="48" y="166"/>
                      </a:lnTo>
                      <a:lnTo>
                        <a:pt x="56" y="160"/>
                      </a:lnTo>
                      <a:lnTo>
                        <a:pt x="64" y="154"/>
                      </a:lnTo>
                      <a:lnTo>
                        <a:pt x="76" y="150"/>
                      </a:lnTo>
                      <a:lnTo>
                        <a:pt x="86" y="150"/>
                      </a:lnTo>
                      <a:lnTo>
                        <a:pt x="96" y="150"/>
                      </a:lnTo>
                      <a:lnTo>
                        <a:pt x="96" y="98"/>
                      </a:lnTo>
                      <a:lnTo>
                        <a:pt x="96" y="98"/>
                      </a:lnTo>
                      <a:lnTo>
                        <a:pt x="82" y="94"/>
                      </a:lnTo>
                      <a:lnTo>
                        <a:pt x="70" y="90"/>
                      </a:lnTo>
                      <a:lnTo>
                        <a:pt x="58" y="82"/>
                      </a:lnTo>
                      <a:lnTo>
                        <a:pt x="48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Freeform 124">
                  <a:extLst>
                    <a:ext uri="{FF2B5EF4-FFF2-40B4-BE49-F238E27FC236}">
                      <a16:creationId xmlns:a16="http://schemas.microsoft.com/office/drawing/2014/main" id="{74A00E08-F09A-429C-824C-6FC815F96F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46703" y="3801482"/>
                  <a:ext cx="229300" cy="871341"/>
                </a:xfrm>
                <a:custGeom>
                  <a:avLst/>
                  <a:gdLst>
                    <a:gd name="T0" fmla="*/ 90 w 90"/>
                    <a:gd name="T1" fmla="*/ 274 h 342"/>
                    <a:gd name="T2" fmla="*/ 90 w 90"/>
                    <a:gd name="T3" fmla="*/ 0 h 342"/>
                    <a:gd name="T4" fmla="*/ 54 w 90"/>
                    <a:gd name="T5" fmla="*/ 54 h 342"/>
                    <a:gd name="T6" fmla="*/ 54 w 90"/>
                    <a:gd name="T7" fmla="*/ 54 h 342"/>
                    <a:gd name="T8" fmla="*/ 50 w 90"/>
                    <a:gd name="T9" fmla="*/ 60 h 342"/>
                    <a:gd name="T10" fmla="*/ 48 w 90"/>
                    <a:gd name="T11" fmla="*/ 64 h 342"/>
                    <a:gd name="T12" fmla="*/ 48 w 90"/>
                    <a:gd name="T13" fmla="*/ 64 h 342"/>
                    <a:gd name="T14" fmla="*/ 38 w 90"/>
                    <a:gd name="T15" fmla="*/ 76 h 342"/>
                    <a:gd name="T16" fmla="*/ 26 w 90"/>
                    <a:gd name="T17" fmla="*/ 84 h 342"/>
                    <a:gd name="T18" fmla="*/ 14 w 90"/>
                    <a:gd name="T19" fmla="*/ 88 h 342"/>
                    <a:gd name="T20" fmla="*/ 0 w 90"/>
                    <a:gd name="T21" fmla="*/ 92 h 342"/>
                    <a:gd name="T22" fmla="*/ 0 w 90"/>
                    <a:gd name="T23" fmla="*/ 146 h 342"/>
                    <a:gd name="T24" fmla="*/ 0 w 90"/>
                    <a:gd name="T25" fmla="*/ 146 h 342"/>
                    <a:gd name="T26" fmla="*/ 10 w 90"/>
                    <a:gd name="T27" fmla="*/ 148 h 342"/>
                    <a:gd name="T28" fmla="*/ 20 w 90"/>
                    <a:gd name="T29" fmla="*/ 152 h 342"/>
                    <a:gd name="T30" fmla="*/ 30 w 90"/>
                    <a:gd name="T31" fmla="*/ 158 h 342"/>
                    <a:gd name="T32" fmla="*/ 38 w 90"/>
                    <a:gd name="T33" fmla="*/ 164 h 342"/>
                    <a:gd name="T34" fmla="*/ 44 w 90"/>
                    <a:gd name="T35" fmla="*/ 172 h 342"/>
                    <a:gd name="T36" fmla="*/ 48 w 90"/>
                    <a:gd name="T37" fmla="*/ 180 h 342"/>
                    <a:gd name="T38" fmla="*/ 50 w 90"/>
                    <a:gd name="T39" fmla="*/ 190 h 342"/>
                    <a:gd name="T40" fmla="*/ 52 w 90"/>
                    <a:gd name="T41" fmla="*/ 200 h 342"/>
                    <a:gd name="T42" fmla="*/ 52 w 90"/>
                    <a:gd name="T43" fmla="*/ 200 h 342"/>
                    <a:gd name="T44" fmla="*/ 52 w 90"/>
                    <a:gd name="T45" fmla="*/ 210 h 342"/>
                    <a:gd name="T46" fmla="*/ 50 w 90"/>
                    <a:gd name="T47" fmla="*/ 218 h 342"/>
                    <a:gd name="T48" fmla="*/ 46 w 90"/>
                    <a:gd name="T49" fmla="*/ 226 h 342"/>
                    <a:gd name="T50" fmla="*/ 44 w 90"/>
                    <a:gd name="T51" fmla="*/ 232 h 342"/>
                    <a:gd name="T52" fmla="*/ 32 w 90"/>
                    <a:gd name="T53" fmla="*/ 244 h 342"/>
                    <a:gd name="T54" fmla="*/ 18 w 90"/>
                    <a:gd name="T55" fmla="*/ 252 h 342"/>
                    <a:gd name="T56" fmla="*/ 18 w 90"/>
                    <a:gd name="T57" fmla="*/ 342 h 342"/>
                    <a:gd name="T58" fmla="*/ 18 w 90"/>
                    <a:gd name="T59" fmla="*/ 342 h 342"/>
                    <a:gd name="T60" fmla="*/ 26 w 90"/>
                    <a:gd name="T61" fmla="*/ 340 h 342"/>
                    <a:gd name="T62" fmla="*/ 32 w 90"/>
                    <a:gd name="T63" fmla="*/ 338 h 342"/>
                    <a:gd name="T64" fmla="*/ 32 w 90"/>
                    <a:gd name="T65" fmla="*/ 338 h 342"/>
                    <a:gd name="T66" fmla="*/ 34 w 90"/>
                    <a:gd name="T67" fmla="*/ 326 h 342"/>
                    <a:gd name="T68" fmla="*/ 38 w 90"/>
                    <a:gd name="T69" fmla="*/ 314 h 342"/>
                    <a:gd name="T70" fmla="*/ 44 w 90"/>
                    <a:gd name="T71" fmla="*/ 304 h 342"/>
                    <a:gd name="T72" fmla="*/ 50 w 90"/>
                    <a:gd name="T73" fmla="*/ 296 h 342"/>
                    <a:gd name="T74" fmla="*/ 58 w 90"/>
                    <a:gd name="T75" fmla="*/ 288 h 342"/>
                    <a:gd name="T76" fmla="*/ 68 w 90"/>
                    <a:gd name="T77" fmla="*/ 282 h 342"/>
                    <a:gd name="T78" fmla="*/ 78 w 90"/>
                    <a:gd name="T79" fmla="*/ 276 h 342"/>
                    <a:gd name="T80" fmla="*/ 90 w 90"/>
                    <a:gd name="T81" fmla="*/ 274 h 3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90" h="342">
                      <a:moveTo>
                        <a:pt x="90" y="274"/>
                      </a:moveTo>
                      <a:lnTo>
                        <a:pt x="90" y="0"/>
                      </a:lnTo>
                      <a:lnTo>
                        <a:pt x="54" y="54"/>
                      </a:lnTo>
                      <a:lnTo>
                        <a:pt x="54" y="54"/>
                      </a:lnTo>
                      <a:lnTo>
                        <a:pt x="50" y="60"/>
                      </a:lnTo>
                      <a:lnTo>
                        <a:pt x="48" y="64"/>
                      </a:lnTo>
                      <a:lnTo>
                        <a:pt x="48" y="64"/>
                      </a:lnTo>
                      <a:lnTo>
                        <a:pt x="38" y="76"/>
                      </a:lnTo>
                      <a:lnTo>
                        <a:pt x="26" y="84"/>
                      </a:lnTo>
                      <a:lnTo>
                        <a:pt x="14" y="88"/>
                      </a:lnTo>
                      <a:lnTo>
                        <a:pt x="0" y="92"/>
                      </a:lnTo>
                      <a:lnTo>
                        <a:pt x="0" y="146"/>
                      </a:lnTo>
                      <a:lnTo>
                        <a:pt x="0" y="146"/>
                      </a:lnTo>
                      <a:lnTo>
                        <a:pt x="10" y="148"/>
                      </a:lnTo>
                      <a:lnTo>
                        <a:pt x="20" y="152"/>
                      </a:lnTo>
                      <a:lnTo>
                        <a:pt x="30" y="158"/>
                      </a:lnTo>
                      <a:lnTo>
                        <a:pt x="38" y="164"/>
                      </a:lnTo>
                      <a:lnTo>
                        <a:pt x="44" y="172"/>
                      </a:lnTo>
                      <a:lnTo>
                        <a:pt x="48" y="180"/>
                      </a:lnTo>
                      <a:lnTo>
                        <a:pt x="50" y="190"/>
                      </a:lnTo>
                      <a:lnTo>
                        <a:pt x="52" y="200"/>
                      </a:lnTo>
                      <a:lnTo>
                        <a:pt x="52" y="200"/>
                      </a:lnTo>
                      <a:lnTo>
                        <a:pt x="52" y="210"/>
                      </a:lnTo>
                      <a:lnTo>
                        <a:pt x="50" y="218"/>
                      </a:lnTo>
                      <a:lnTo>
                        <a:pt x="46" y="226"/>
                      </a:lnTo>
                      <a:lnTo>
                        <a:pt x="44" y="232"/>
                      </a:lnTo>
                      <a:lnTo>
                        <a:pt x="32" y="244"/>
                      </a:lnTo>
                      <a:lnTo>
                        <a:pt x="18" y="252"/>
                      </a:lnTo>
                      <a:lnTo>
                        <a:pt x="18" y="342"/>
                      </a:lnTo>
                      <a:lnTo>
                        <a:pt x="18" y="342"/>
                      </a:lnTo>
                      <a:lnTo>
                        <a:pt x="26" y="340"/>
                      </a:lnTo>
                      <a:lnTo>
                        <a:pt x="32" y="338"/>
                      </a:lnTo>
                      <a:lnTo>
                        <a:pt x="32" y="338"/>
                      </a:lnTo>
                      <a:lnTo>
                        <a:pt x="34" y="326"/>
                      </a:lnTo>
                      <a:lnTo>
                        <a:pt x="38" y="314"/>
                      </a:lnTo>
                      <a:lnTo>
                        <a:pt x="44" y="304"/>
                      </a:lnTo>
                      <a:lnTo>
                        <a:pt x="50" y="296"/>
                      </a:lnTo>
                      <a:lnTo>
                        <a:pt x="58" y="288"/>
                      </a:lnTo>
                      <a:lnTo>
                        <a:pt x="68" y="282"/>
                      </a:lnTo>
                      <a:lnTo>
                        <a:pt x="78" y="276"/>
                      </a:lnTo>
                      <a:lnTo>
                        <a:pt x="90" y="2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Freeform 126">
                  <a:extLst>
                    <a:ext uri="{FF2B5EF4-FFF2-40B4-BE49-F238E27FC236}">
                      <a16:creationId xmlns:a16="http://schemas.microsoft.com/office/drawing/2014/main" id="{37A031C2-4239-41F7-AB6C-C2B872457A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46703" y="3037148"/>
                  <a:ext cx="458599" cy="509556"/>
                </a:xfrm>
                <a:custGeom>
                  <a:avLst/>
                  <a:gdLst>
                    <a:gd name="T0" fmla="*/ 90 w 180"/>
                    <a:gd name="T1" fmla="*/ 74 h 200"/>
                    <a:gd name="T2" fmla="*/ 180 w 180"/>
                    <a:gd name="T3" fmla="*/ 74 h 200"/>
                    <a:gd name="T4" fmla="*/ 180 w 180"/>
                    <a:gd name="T5" fmla="*/ 74 h 200"/>
                    <a:gd name="T6" fmla="*/ 162 w 180"/>
                    <a:gd name="T7" fmla="*/ 60 h 200"/>
                    <a:gd name="T8" fmla="*/ 148 w 180"/>
                    <a:gd name="T9" fmla="*/ 42 h 200"/>
                    <a:gd name="T10" fmla="*/ 136 w 180"/>
                    <a:gd name="T11" fmla="*/ 22 h 200"/>
                    <a:gd name="T12" fmla="*/ 128 w 180"/>
                    <a:gd name="T13" fmla="*/ 0 h 200"/>
                    <a:gd name="T14" fmla="*/ 78 w 180"/>
                    <a:gd name="T15" fmla="*/ 0 h 200"/>
                    <a:gd name="T16" fmla="*/ 78 w 180"/>
                    <a:gd name="T17" fmla="*/ 0 h 200"/>
                    <a:gd name="T18" fmla="*/ 64 w 180"/>
                    <a:gd name="T19" fmla="*/ 2 h 200"/>
                    <a:gd name="T20" fmla="*/ 48 w 180"/>
                    <a:gd name="T21" fmla="*/ 6 h 200"/>
                    <a:gd name="T22" fmla="*/ 36 w 180"/>
                    <a:gd name="T23" fmla="*/ 14 h 200"/>
                    <a:gd name="T24" fmla="*/ 24 w 180"/>
                    <a:gd name="T25" fmla="*/ 24 h 200"/>
                    <a:gd name="T26" fmla="*/ 14 w 180"/>
                    <a:gd name="T27" fmla="*/ 36 h 200"/>
                    <a:gd name="T28" fmla="*/ 6 w 180"/>
                    <a:gd name="T29" fmla="*/ 50 h 200"/>
                    <a:gd name="T30" fmla="*/ 2 w 180"/>
                    <a:gd name="T31" fmla="*/ 64 h 200"/>
                    <a:gd name="T32" fmla="*/ 0 w 180"/>
                    <a:gd name="T33" fmla="*/ 80 h 200"/>
                    <a:gd name="T34" fmla="*/ 0 w 180"/>
                    <a:gd name="T35" fmla="*/ 200 h 200"/>
                    <a:gd name="T36" fmla="*/ 68 w 180"/>
                    <a:gd name="T37" fmla="*/ 104 h 200"/>
                    <a:gd name="T38" fmla="*/ 68 w 180"/>
                    <a:gd name="T39" fmla="*/ 104 h 200"/>
                    <a:gd name="T40" fmla="*/ 78 w 180"/>
                    <a:gd name="T41" fmla="*/ 88 h 200"/>
                    <a:gd name="T42" fmla="*/ 84 w 180"/>
                    <a:gd name="T43" fmla="*/ 80 h 200"/>
                    <a:gd name="T44" fmla="*/ 90 w 180"/>
                    <a:gd name="T45" fmla="*/ 74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80" h="200">
                      <a:moveTo>
                        <a:pt x="90" y="74"/>
                      </a:moveTo>
                      <a:lnTo>
                        <a:pt x="180" y="74"/>
                      </a:lnTo>
                      <a:lnTo>
                        <a:pt x="180" y="74"/>
                      </a:lnTo>
                      <a:lnTo>
                        <a:pt x="162" y="60"/>
                      </a:lnTo>
                      <a:lnTo>
                        <a:pt x="148" y="42"/>
                      </a:lnTo>
                      <a:lnTo>
                        <a:pt x="136" y="22"/>
                      </a:lnTo>
                      <a:lnTo>
                        <a:pt x="128" y="0"/>
                      </a:lnTo>
                      <a:lnTo>
                        <a:pt x="78" y="0"/>
                      </a:lnTo>
                      <a:lnTo>
                        <a:pt x="78" y="0"/>
                      </a:lnTo>
                      <a:lnTo>
                        <a:pt x="64" y="2"/>
                      </a:lnTo>
                      <a:lnTo>
                        <a:pt x="48" y="6"/>
                      </a:lnTo>
                      <a:lnTo>
                        <a:pt x="36" y="14"/>
                      </a:lnTo>
                      <a:lnTo>
                        <a:pt x="24" y="24"/>
                      </a:lnTo>
                      <a:lnTo>
                        <a:pt x="14" y="36"/>
                      </a:lnTo>
                      <a:lnTo>
                        <a:pt x="6" y="50"/>
                      </a:lnTo>
                      <a:lnTo>
                        <a:pt x="2" y="64"/>
                      </a:lnTo>
                      <a:lnTo>
                        <a:pt x="0" y="80"/>
                      </a:lnTo>
                      <a:lnTo>
                        <a:pt x="0" y="200"/>
                      </a:lnTo>
                      <a:lnTo>
                        <a:pt x="68" y="104"/>
                      </a:lnTo>
                      <a:lnTo>
                        <a:pt x="68" y="104"/>
                      </a:lnTo>
                      <a:lnTo>
                        <a:pt x="78" y="88"/>
                      </a:lnTo>
                      <a:lnTo>
                        <a:pt x="84" y="80"/>
                      </a:lnTo>
                      <a:lnTo>
                        <a:pt x="90" y="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Freeform 128">
                  <a:extLst>
                    <a:ext uri="{FF2B5EF4-FFF2-40B4-BE49-F238E27FC236}">
                      <a16:creationId xmlns:a16="http://schemas.microsoft.com/office/drawing/2014/main" id="{C7E2B4A5-A01B-4051-AAA0-2DC094E2E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2373" y="3037148"/>
                  <a:ext cx="473886" cy="509556"/>
                </a:xfrm>
                <a:custGeom>
                  <a:avLst/>
                  <a:gdLst>
                    <a:gd name="T0" fmla="*/ 0 w 186"/>
                    <a:gd name="T1" fmla="*/ 74 h 200"/>
                    <a:gd name="T2" fmla="*/ 90 w 186"/>
                    <a:gd name="T3" fmla="*/ 74 h 200"/>
                    <a:gd name="T4" fmla="*/ 90 w 186"/>
                    <a:gd name="T5" fmla="*/ 74 h 200"/>
                    <a:gd name="T6" fmla="*/ 98 w 186"/>
                    <a:gd name="T7" fmla="*/ 80 h 200"/>
                    <a:gd name="T8" fmla="*/ 104 w 186"/>
                    <a:gd name="T9" fmla="*/ 86 h 200"/>
                    <a:gd name="T10" fmla="*/ 112 w 186"/>
                    <a:gd name="T11" fmla="*/ 94 h 200"/>
                    <a:gd name="T12" fmla="*/ 116 w 186"/>
                    <a:gd name="T13" fmla="*/ 104 h 200"/>
                    <a:gd name="T14" fmla="*/ 186 w 186"/>
                    <a:gd name="T15" fmla="*/ 200 h 200"/>
                    <a:gd name="T16" fmla="*/ 186 w 186"/>
                    <a:gd name="T17" fmla="*/ 80 h 200"/>
                    <a:gd name="T18" fmla="*/ 186 w 186"/>
                    <a:gd name="T19" fmla="*/ 80 h 200"/>
                    <a:gd name="T20" fmla="*/ 184 w 186"/>
                    <a:gd name="T21" fmla="*/ 64 h 200"/>
                    <a:gd name="T22" fmla="*/ 178 w 186"/>
                    <a:gd name="T23" fmla="*/ 50 h 200"/>
                    <a:gd name="T24" fmla="*/ 172 w 186"/>
                    <a:gd name="T25" fmla="*/ 36 h 200"/>
                    <a:gd name="T26" fmla="*/ 162 w 186"/>
                    <a:gd name="T27" fmla="*/ 24 h 200"/>
                    <a:gd name="T28" fmla="*/ 150 w 186"/>
                    <a:gd name="T29" fmla="*/ 14 h 200"/>
                    <a:gd name="T30" fmla="*/ 136 w 186"/>
                    <a:gd name="T31" fmla="*/ 6 h 200"/>
                    <a:gd name="T32" fmla="*/ 122 w 186"/>
                    <a:gd name="T33" fmla="*/ 2 h 200"/>
                    <a:gd name="T34" fmla="*/ 106 w 186"/>
                    <a:gd name="T35" fmla="*/ 0 h 200"/>
                    <a:gd name="T36" fmla="*/ 52 w 186"/>
                    <a:gd name="T37" fmla="*/ 0 h 200"/>
                    <a:gd name="T38" fmla="*/ 52 w 186"/>
                    <a:gd name="T39" fmla="*/ 0 h 200"/>
                    <a:gd name="T40" fmla="*/ 44 w 186"/>
                    <a:gd name="T41" fmla="*/ 22 h 200"/>
                    <a:gd name="T42" fmla="*/ 32 w 186"/>
                    <a:gd name="T43" fmla="*/ 42 h 200"/>
                    <a:gd name="T44" fmla="*/ 18 w 186"/>
                    <a:gd name="T45" fmla="*/ 60 h 200"/>
                    <a:gd name="T46" fmla="*/ 0 w 186"/>
                    <a:gd name="T47" fmla="*/ 74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86" h="200">
                      <a:moveTo>
                        <a:pt x="0" y="74"/>
                      </a:moveTo>
                      <a:lnTo>
                        <a:pt x="90" y="74"/>
                      </a:lnTo>
                      <a:lnTo>
                        <a:pt x="90" y="74"/>
                      </a:lnTo>
                      <a:lnTo>
                        <a:pt x="98" y="80"/>
                      </a:lnTo>
                      <a:lnTo>
                        <a:pt x="104" y="86"/>
                      </a:lnTo>
                      <a:lnTo>
                        <a:pt x="112" y="94"/>
                      </a:lnTo>
                      <a:lnTo>
                        <a:pt x="116" y="104"/>
                      </a:lnTo>
                      <a:lnTo>
                        <a:pt x="186" y="200"/>
                      </a:lnTo>
                      <a:lnTo>
                        <a:pt x="186" y="80"/>
                      </a:lnTo>
                      <a:lnTo>
                        <a:pt x="186" y="80"/>
                      </a:lnTo>
                      <a:lnTo>
                        <a:pt x="184" y="64"/>
                      </a:lnTo>
                      <a:lnTo>
                        <a:pt x="178" y="50"/>
                      </a:lnTo>
                      <a:lnTo>
                        <a:pt x="172" y="36"/>
                      </a:lnTo>
                      <a:lnTo>
                        <a:pt x="162" y="24"/>
                      </a:lnTo>
                      <a:lnTo>
                        <a:pt x="150" y="14"/>
                      </a:lnTo>
                      <a:lnTo>
                        <a:pt x="136" y="6"/>
                      </a:lnTo>
                      <a:lnTo>
                        <a:pt x="122" y="2"/>
                      </a:lnTo>
                      <a:lnTo>
                        <a:pt x="106" y="0"/>
                      </a:lnTo>
                      <a:lnTo>
                        <a:pt x="52" y="0"/>
                      </a:lnTo>
                      <a:lnTo>
                        <a:pt x="52" y="0"/>
                      </a:lnTo>
                      <a:lnTo>
                        <a:pt x="44" y="22"/>
                      </a:lnTo>
                      <a:lnTo>
                        <a:pt x="32" y="42"/>
                      </a:lnTo>
                      <a:lnTo>
                        <a:pt x="18" y="60"/>
                      </a:lnTo>
                      <a:lnTo>
                        <a:pt x="0" y="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Rectangle 135">
                  <a:extLst>
                    <a:ext uri="{FF2B5EF4-FFF2-40B4-BE49-F238E27FC236}">
                      <a16:creationId xmlns:a16="http://schemas.microsoft.com/office/drawing/2014/main" id="{9A8EC655-1010-46AA-86B5-1F8900078F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25685" y="4728874"/>
                  <a:ext cx="336306" cy="280256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4690" tIns="62346" rIns="124690" bIns="6234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54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9" name="Group 7">
              <a:extLst>
                <a:ext uri="{FF2B5EF4-FFF2-40B4-BE49-F238E27FC236}">
                  <a16:creationId xmlns:a16="http://schemas.microsoft.com/office/drawing/2014/main" id="{8F57EB7D-4E86-4EA5-AE40-9EE4004D4623}"/>
                </a:ext>
              </a:extLst>
            </p:cNvPr>
            <p:cNvGrpSpPr/>
            <p:nvPr/>
          </p:nvGrpSpPr>
          <p:grpSpPr>
            <a:xfrm>
              <a:off x="4988754" y="2657699"/>
              <a:ext cx="2444148" cy="2366195"/>
              <a:chOff x="4789552" y="2494352"/>
              <a:chExt cx="2715928" cy="2629309"/>
            </a:xfrm>
            <a:grpFill/>
          </p:grpSpPr>
          <p:sp>
            <p:nvSpPr>
              <p:cNvPr id="100" name="Freeform 110">
                <a:extLst>
                  <a:ext uri="{FF2B5EF4-FFF2-40B4-BE49-F238E27FC236}">
                    <a16:creationId xmlns:a16="http://schemas.microsoft.com/office/drawing/2014/main" id="{87C7E087-FB56-4B2E-8131-33BB4C704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4077" y="4364423"/>
                <a:ext cx="295542" cy="759238"/>
              </a:xfrm>
              <a:custGeom>
                <a:avLst/>
                <a:gdLst>
                  <a:gd name="T0" fmla="*/ 116 w 116"/>
                  <a:gd name="T1" fmla="*/ 248 h 298"/>
                  <a:gd name="T2" fmla="*/ 116 w 116"/>
                  <a:gd name="T3" fmla="*/ 248 h 298"/>
                  <a:gd name="T4" fmla="*/ 114 w 116"/>
                  <a:gd name="T5" fmla="*/ 258 h 298"/>
                  <a:gd name="T6" fmla="*/ 112 w 116"/>
                  <a:gd name="T7" fmla="*/ 268 h 298"/>
                  <a:gd name="T8" fmla="*/ 106 w 116"/>
                  <a:gd name="T9" fmla="*/ 276 h 298"/>
                  <a:gd name="T10" fmla="*/ 100 w 116"/>
                  <a:gd name="T11" fmla="*/ 284 h 298"/>
                  <a:gd name="T12" fmla="*/ 92 w 116"/>
                  <a:gd name="T13" fmla="*/ 290 h 298"/>
                  <a:gd name="T14" fmla="*/ 84 w 116"/>
                  <a:gd name="T15" fmla="*/ 294 h 298"/>
                  <a:gd name="T16" fmla="*/ 74 w 116"/>
                  <a:gd name="T17" fmla="*/ 298 h 298"/>
                  <a:gd name="T18" fmla="*/ 64 w 116"/>
                  <a:gd name="T19" fmla="*/ 298 h 298"/>
                  <a:gd name="T20" fmla="*/ 50 w 116"/>
                  <a:gd name="T21" fmla="*/ 298 h 298"/>
                  <a:gd name="T22" fmla="*/ 50 w 116"/>
                  <a:gd name="T23" fmla="*/ 298 h 298"/>
                  <a:gd name="T24" fmla="*/ 40 w 116"/>
                  <a:gd name="T25" fmla="*/ 298 h 298"/>
                  <a:gd name="T26" fmla="*/ 30 w 116"/>
                  <a:gd name="T27" fmla="*/ 294 h 298"/>
                  <a:gd name="T28" fmla="*/ 22 w 116"/>
                  <a:gd name="T29" fmla="*/ 290 h 298"/>
                  <a:gd name="T30" fmla="*/ 14 w 116"/>
                  <a:gd name="T31" fmla="*/ 284 h 298"/>
                  <a:gd name="T32" fmla="*/ 8 w 116"/>
                  <a:gd name="T33" fmla="*/ 276 h 298"/>
                  <a:gd name="T34" fmla="*/ 4 w 116"/>
                  <a:gd name="T35" fmla="*/ 268 h 298"/>
                  <a:gd name="T36" fmla="*/ 0 w 116"/>
                  <a:gd name="T37" fmla="*/ 258 h 298"/>
                  <a:gd name="T38" fmla="*/ 0 w 116"/>
                  <a:gd name="T39" fmla="*/ 248 h 298"/>
                  <a:gd name="T40" fmla="*/ 0 w 116"/>
                  <a:gd name="T41" fmla="*/ 50 h 298"/>
                  <a:gd name="T42" fmla="*/ 0 w 116"/>
                  <a:gd name="T43" fmla="*/ 50 h 298"/>
                  <a:gd name="T44" fmla="*/ 0 w 116"/>
                  <a:gd name="T45" fmla="*/ 40 h 298"/>
                  <a:gd name="T46" fmla="*/ 4 w 116"/>
                  <a:gd name="T47" fmla="*/ 30 h 298"/>
                  <a:gd name="T48" fmla="*/ 8 w 116"/>
                  <a:gd name="T49" fmla="*/ 22 h 298"/>
                  <a:gd name="T50" fmla="*/ 14 w 116"/>
                  <a:gd name="T51" fmla="*/ 14 h 298"/>
                  <a:gd name="T52" fmla="*/ 22 w 116"/>
                  <a:gd name="T53" fmla="*/ 8 h 298"/>
                  <a:gd name="T54" fmla="*/ 30 w 116"/>
                  <a:gd name="T55" fmla="*/ 4 h 298"/>
                  <a:gd name="T56" fmla="*/ 40 w 116"/>
                  <a:gd name="T57" fmla="*/ 0 h 298"/>
                  <a:gd name="T58" fmla="*/ 50 w 116"/>
                  <a:gd name="T59" fmla="*/ 0 h 298"/>
                  <a:gd name="T60" fmla="*/ 64 w 116"/>
                  <a:gd name="T61" fmla="*/ 0 h 298"/>
                  <a:gd name="T62" fmla="*/ 64 w 116"/>
                  <a:gd name="T63" fmla="*/ 0 h 298"/>
                  <a:gd name="T64" fmla="*/ 74 w 116"/>
                  <a:gd name="T65" fmla="*/ 0 h 298"/>
                  <a:gd name="T66" fmla="*/ 84 w 116"/>
                  <a:gd name="T67" fmla="*/ 4 h 298"/>
                  <a:gd name="T68" fmla="*/ 92 w 116"/>
                  <a:gd name="T69" fmla="*/ 8 h 298"/>
                  <a:gd name="T70" fmla="*/ 100 w 116"/>
                  <a:gd name="T71" fmla="*/ 14 h 298"/>
                  <a:gd name="T72" fmla="*/ 106 w 116"/>
                  <a:gd name="T73" fmla="*/ 22 h 298"/>
                  <a:gd name="T74" fmla="*/ 112 w 116"/>
                  <a:gd name="T75" fmla="*/ 30 h 298"/>
                  <a:gd name="T76" fmla="*/ 114 w 116"/>
                  <a:gd name="T77" fmla="*/ 40 h 298"/>
                  <a:gd name="T78" fmla="*/ 116 w 116"/>
                  <a:gd name="T79" fmla="*/ 50 h 298"/>
                  <a:gd name="T80" fmla="*/ 116 w 116"/>
                  <a:gd name="T81" fmla="*/ 248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6" h="298">
                    <a:moveTo>
                      <a:pt x="116" y="248"/>
                    </a:moveTo>
                    <a:lnTo>
                      <a:pt x="116" y="248"/>
                    </a:lnTo>
                    <a:lnTo>
                      <a:pt x="114" y="258"/>
                    </a:lnTo>
                    <a:lnTo>
                      <a:pt x="112" y="268"/>
                    </a:lnTo>
                    <a:lnTo>
                      <a:pt x="106" y="276"/>
                    </a:lnTo>
                    <a:lnTo>
                      <a:pt x="100" y="284"/>
                    </a:lnTo>
                    <a:lnTo>
                      <a:pt x="92" y="290"/>
                    </a:lnTo>
                    <a:lnTo>
                      <a:pt x="84" y="294"/>
                    </a:lnTo>
                    <a:lnTo>
                      <a:pt x="74" y="298"/>
                    </a:lnTo>
                    <a:lnTo>
                      <a:pt x="64" y="298"/>
                    </a:lnTo>
                    <a:lnTo>
                      <a:pt x="50" y="298"/>
                    </a:lnTo>
                    <a:lnTo>
                      <a:pt x="50" y="298"/>
                    </a:lnTo>
                    <a:lnTo>
                      <a:pt x="40" y="298"/>
                    </a:lnTo>
                    <a:lnTo>
                      <a:pt x="30" y="294"/>
                    </a:lnTo>
                    <a:lnTo>
                      <a:pt x="22" y="290"/>
                    </a:lnTo>
                    <a:lnTo>
                      <a:pt x="14" y="284"/>
                    </a:lnTo>
                    <a:lnTo>
                      <a:pt x="8" y="276"/>
                    </a:lnTo>
                    <a:lnTo>
                      <a:pt x="4" y="268"/>
                    </a:lnTo>
                    <a:lnTo>
                      <a:pt x="0" y="258"/>
                    </a:lnTo>
                    <a:lnTo>
                      <a:pt x="0" y="248"/>
                    </a:lnTo>
                    <a:lnTo>
                      <a:pt x="0" y="50"/>
                    </a:lnTo>
                    <a:lnTo>
                      <a:pt x="0" y="50"/>
                    </a:lnTo>
                    <a:lnTo>
                      <a:pt x="0" y="40"/>
                    </a:lnTo>
                    <a:lnTo>
                      <a:pt x="4" y="30"/>
                    </a:lnTo>
                    <a:lnTo>
                      <a:pt x="8" y="22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0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64" y="0"/>
                    </a:lnTo>
                    <a:lnTo>
                      <a:pt x="74" y="0"/>
                    </a:lnTo>
                    <a:lnTo>
                      <a:pt x="84" y="4"/>
                    </a:lnTo>
                    <a:lnTo>
                      <a:pt x="92" y="8"/>
                    </a:lnTo>
                    <a:lnTo>
                      <a:pt x="100" y="14"/>
                    </a:lnTo>
                    <a:lnTo>
                      <a:pt x="106" y="22"/>
                    </a:lnTo>
                    <a:lnTo>
                      <a:pt x="112" y="30"/>
                    </a:lnTo>
                    <a:lnTo>
                      <a:pt x="114" y="40"/>
                    </a:lnTo>
                    <a:lnTo>
                      <a:pt x="116" y="50"/>
                    </a:lnTo>
                    <a:lnTo>
                      <a:pt x="116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1" name="Freeform 111">
                <a:extLst>
                  <a:ext uri="{FF2B5EF4-FFF2-40B4-BE49-F238E27FC236}">
                    <a16:creationId xmlns:a16="http://schemas.microsoft.com/office/drawing/2014/main" id="{F35ADB3B-A4B9-4771-AEC0-40194E3BF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5222" y="4364423"/>
                <a:ext cx="300637" cy="759238"/>
              </a:xfrm>
              <a:custGeom>
                <a:avLst/>
                <a:gdLst>
                  <a:gd name="T0" fmla="*/ 118 w 118"/>
                  <a:gd name="T1" fmla="*/ 248 h 298"/>
                  <a:gd name="T2" fmla="*/ 118 w 118"/>
                  <a:gd name="T3" fmla="*/ 248 h 298"/>
                  <a:gd name="T4" fmla="*/ 116 w 118"/>
                  <a:gd name="T5" fmla="*/ 258 h 298"/>
                  <a:gd name="T6" fmla="*/ 114 w 118"/>
                  <a:gd name="T7" fmla="*/ 268 h 298"/>
                  <a:gd name="T8" fmla="*/ 108 w 118"/>
                  <a:gd name="T9" fmla="*/ 276 h 298"/>
                  <a:gd name="T10" fmla="*/ 102 w 118"/>
                  <a:gd name="T11" fmla="*/ 284 h 298"/>
                  <a:gd name="T12" fmla="*/ 94 w 118"/>
                  <a:gd name="T13" fmla="*/ 290 h 298"/>
                  <a:gd name="T14" fmla="*/ 86 w 118"/>
                  <a:gd name="T15" fmla="*/ 294 h 298"/>
                  <a:gd name="T16" fmla="*/ 76 w 118"/>
                  <a:gd name="T17" fmla="*/ 298 h 298"/>
                  <a:gd name="T18" fmla="*/ 66 w 118"/>
                  <a:gd name="T19" fmla="*/ 298 h 298"/>
                  <a:gd name="T20" fmla="*/ 50 w 118"/>
                  <a:gd name="T21" fmla="*/ 298 h 298"/>
                  <a:gd name="T22" fmla="*/ 50 w 118"/>
                  <a:gd name="T23" fmla="*/ 298 h 298"/>
                  <a:gd name="T24" fmla="*/ 40 w 118"/>
                  <a:gd name="T25" fmla="*/ 298 h 298"/>
                  <a:gd name="T26" fmla="*/ 30 w 118"/>
                  <a:gd name="T27" fmla="*/ 294 h 298"/>
                  <a:gd name="T28" fmla="*/ 22 w 118"/>
                  <a:gd name="T29" fmla="*/ 290 h 298"/>
                  <a:gd name="T30" fmla="*/ 14 w 118"/>
                  <a:gd name="T31" fmla="*/ 284 h 298"/>
                  <a:gd name="T32" fmla="*/ 8 w 118"/>
                  <a:gd name="T33" fmla="*/ 276 h 298"/>
                  <a:gd name="T34" fmla="*/ 4 w 118"/>
                  <a:gd name="T35" fmla="*/ 268 h 298"/>
                  <a:gd name="T36" fmla="*/ 0 w 118"/>
                  <a:gd name="T37" fmla="*/ 258 h 298"/>
                  <a:gd name="T38" fmla="*/ 0 w 118"/>
                  <a:gd name="T39" fmla="*/ 248 h 298"/>
                  <a:gd name="T40" fmla="*/ 0 w 118"/>
                  <a:gd name="T41" fmla="*/ 50 h 298"/>
                  <a:gd name="T42" fmla="*/ 0 w 118"/>
                  <a:gd name="T43" fmla="*/ 50 h 298"/>
                  <a:gd name="T44" fmla="*/ 0 w 118"/>
                  <a:gd name="T45" fmla="*/ 40 h 298"/>
                  <a:gd name="T46" fmla="*/ 4 w 118"/>
                  <a:gd name="T47" fmla="*/ 30 h 298"/>
                  <a:gd name="T48" fmla="*/ 8 w 118"/>
                  <a:gd name="T49" fmla="*/ 22 h 298"/>
                  <a:gd name="T50" fmla="*/ 14 w 118"/>
                  <a:gd name="T51" fmla="*/ 14 h 298"/>
                  <a:gd name="T52" fmla="*/ 22 w 118"/>
                  <a:gd name="T53" fmla="*/ 8 h 298"/>
                  <a:gd name="T54" fmla="*/ 30 w 118"/>
                  <a:gd name="T55" fmla="*/ 4 h 298"/>
                  <a:gd name="T56" fmla="*/ 40 w 118"/>
                  <a:gd name="T57" fmla="*/ 0 h 298"/>
                  <a:gd name="T58" fmla="*/ 50 w 118"/>
                  <a:gd name="T59" fmla="*/ 0 h 298"/>
                  <a:gd name="T60" fmla="*/ 66 w 118"/>
                  <a:gd name="T61" fmla="*/ 0 h 298"/>
                  <a:gd name="T62" fmla="*/ 66 w 118"/>
                  <a:gd name="T63" fmla="*/ 0 h 298"/>
                  <a:gd name="T64" fmla="*/ 76 w 118"/>
                  <a:gd name="T65" fmla="*/ 0 h 298"/>
                  <a:gd name="T66" fmla="*/ 86 w 118"/>
                  <a:gd name="T67" fmla="*/ 4 h 298"/>
                  <a:gd name="T68" fmla="*/ 94 w 118"/>
                  <a:gd name="T69" fmla="*/ 8 h 298"/>
                  <a:gd name="T70" fmla="*/ 102 w 118"/>
                  <a:gd name="T71" fmla="*/ 14 h 298"/>
                  <a:gd name="T72" fmla="*/ 108 w 118"/>
                  <a:gd name="T73" fmla="*/ 22 h 298"/>
                  <a:gd name="T74" fmla="*/ 114 w 118"/>
                  <a:gd name="T75" fmla="*/ 30 h 298"/>
                  <a:gd name="T76" fmla="*/ 116 w 118"/>
                  <a:gd name="T77" fmla="*/ 40 h 298"/>
                  <a:gd name="T78" fmla="*/ 118 w 118"/>
                  <a:gd name="T79" fmla="*/ 50 h 298"/>
                  <a:gd name="T80" fmla="*/ 118 w 118"/>
                  <a:gd name="T81" fmla="*/ 248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8" h="298">
                    <a:moveTo>
                      <a:pt x="118" y="248"/>
                    </a:moveTo>
                    <a:lnTo>
                      <a:pt x="118" y="248"/>
                    </a:lnTo>
                    <a:lnTo>
                      <a:pt x="116" y="258"/>
                    </a:lnTo>
                    <a:lnTo>
                      <a:pt x="114" y="268"/>
                    </a:lnTo>
                    <a:lnTo>
                      <a:pt x="108" y="276"/>
                    </a:lnTo>
                    <a:lnTo>
                      <a:pt x="102" y="284"/>
                    </a:lnTo>
                    <a:lnTo>
                      <a:pt x="94" y="290"/>
                    </a:lnTo>
                    <a:lnTo>
                      <a:pt x="86" y="294"/>
                    </a:lnTo>
                    <a:lnTo>
                      <a:pt x="76" y="298"/>
                    </a:lnTo>
                    <a:lnTo>
                      <a:pt x="66" y="298"/>
                    </a:lnTo>
                    <a:lnTo>
                      <a:pt x="50" y="298"/>
                    </a:lnTo>
                    <a:lnTo>
                      <a:pt x="50" y="298"/>
                    </a:lnTo>
                    <a:lnTo>
                      <a:pt x="40" y="298"/>
                    </a:lnTo>
                    <a:lnTo>
                      <a:pt x="30" y="294"/>
                    </a:lnTo>
                    <a:lnTo>
                      <a:pt x="22" y="290"/>
                    </a:lnTo>
                    <a:lnTo>
                      <a:pt x="14" y="284"/>
                    </a:lnTo>
                    <a:lnTo>
                      <a:pt x="8" y="276"/>
                    </a:lnTo>
                    <a:lnTo>
                      <a:pt x="4" y="268"/>
                    </a:lnTo>
                    <a:lnTo>
                      <a:pt x="0" y="258"/>
                    </a:lnTo>
                    <a:lnTo>
                      <a:pt x="0" y="248"/>
                    </a:lnTo>
                    <a:lnTo>
                      <a:pt x="0" y="50"/>
                    </a:lnTo>
                    <a:lnTo>
                      <a:pt x="0" y="50"/>
                    </a:lnTo>
                    <a:lnTo>
                      <a:pt x="0" y="40"/>
                    </a:lnTo>
                    <a:lnTo>
                      <a:pt x="4" y="30"/>
                    </a:lnTo>
                    <a:lnTo>
                      <a:pt x="8" y="22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0"/>
                    </a:lnTo>
                    <a:lnTo>
                      <a:pt x="50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6" y="0"/>
                    </a:lnTo>
                    <a:lnTo>
                      <a:pt x="86" y="4"/>
                    </a:lnTo>
                    <a:lnTo>
                      <a:pt x="94" y="8"/>
                    </a:lnTo>
                    <a:lnTo>
                      <a:pt x="102" y="14"/>
                    </a:lnTo>
                    <a:lnTo>
                      <a:pt x="108" y="22"/>
                    </a:lnTo>
                    <a:lnTo>
                      <a:pt x="114" y="30"/>
                    </a:lnTo>
                    <a:lnTo>
                      <a:pt x="116" y="40"/>
                    </a:lnTo>
                    <a:lnTo>
                      <a:pt x="118" y="50"/>
                    </a:lnTo>
                    <a:lnTo>
                      <a:pt x="118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2" name="Freeform 112">
                <a:extLst>
                  <a:ext uri="{FF2B5EF4-FFF2-40B4-BE49-F238E27FC236}">
                    <a16:creationId xmlns:a16="http://schemas.microsoft.com/office/drawing/2014/main" id="{D0C9A33C-F18E-4BA8-BD45-32CD10A74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4713" y="2494352"/>
                <a:ext cx="560510" cy="555416"/>
              </a:xfrm>
              <a:custGeom>
                <a:avLst/>
                <a:gdLst>
                  <a:gd name="T0" fmla="*/ 220 w 220"/>
                  <a:gd name="T1" fmla="*/ 108 h 218"/>
                  <a:gd name="T2" fmla="*/ 220 w 220"/>
                  <a:gd name="T3" fmla="*/ 108 h 218"/>
                  <a:gd name="T4" fmla="*/ 216 w 220"/>
                  <a:gd name="T5" fmla="*/ 130 h 218"/>
                  <a:gd name="T6" fmla="*/ 210 w 220"/>
                  <a:gd name="T7" fmla="*/ 152 h 218"/>
                  <a:gd name="T8" fmla="*/ 200 w 220"/>
                  <a:gd name="T9" fmla="*/ 170 h 218"/>
                  <a:gd name="T10" fmla="*/ 186 w 220"/>
                  <a:gd name="T11" fmla="*/ 186 h 218"/>
                  <a:gd name="T12" fmla="*/ 170 w 220"/>
                  <a:gd name="T13" fmla="*/ 200 h 218"/>
                  <a:gd name="T14" fmla="*/ 152 w 220"/>
                  <a:gd name="T15" fmla="*/ 210 h 218"/>
                  <a:gd name="T16" fmla="*/ 130 w 220"/>
                  <a:gd name="T17" fmla="*/ 216 h 218"/>
                  <a:gd name="T18" fmla="*/ 108 w 220"/>
                  <a:gd name="T19" fmla="*/ 218 h 218"/>
                  <a:gd name="T20" fmla="*/ 108 w 220"/>
                  <a:gd name="T21" fmla="*/ 218 h 218"/>
                  <a:gd name="T22" fmla="*/ 86 w 220"/>
                  <a:gd name="T23" fmla="*/ 216 h 218"/>
                  <a:gd name="T24" fmla="*/ 66 w 220"/>
                  <a:gd name="T25" fmla="*/ 210 h 218"/>
                  <a:gd name="T26" fmla="*/ 48 w 220"/>
                  <a:gd name="T27" fmla="*/ 200 h 218"/>
                  <a:gd name="T28" fmla="*/ 32 w 220"/>
                  <a:gd name="T29" fmla="*/ 186 h 218"/>
                  <a:gd name="T30" fmla="*/ 18 w 220"/>
                  <a:gd name="T31" fmla="*/ 170 h 218"/>
                  <a:gd name="T32" fmla="*/ 8 w 220"/>
                  <a:gd name="T33" fmla="*/ 152 h 218"/>
                  <a:gd name="T34" fmla="*/ 2 w 220"/>
                  <a:gd name="T35" fmla="*/ 130 h 218"/>
                  <a:gd name="T36" fmla="*/ 0 w 220"/>
                  <a:gd name="T37" fmla="*/ 108 h 218"/>
                  <a:gd name="T38" fmla="*/ 0 w 220"/>
                  <a:gd name="T39" fmla="*/ 108 h 218"/>
                  <a:gd name="T40" fmla="*/ 2 w 220"/>
                  <a:gd name="T41" fmla="*/ 86 h 218"/>
                  <a:gd name="T42" fmla="*/ 8 w 220"/>
                  <a:gd name="T43" fmla="*/ 66 h 218"/>
                  <a:gd name="T44" fmla="*/ 18 w 220"/>
                  <a:gd name="T45" fmla="*/ 48 h 218"/>
                  <a:gd name="T46" fmla="*/ 32 w 220"/>
                  <a:gd name="T47" fmla="*/ 32 h 218"/>
                  <a:gd name="T48" fmla="*/ 48 w 220"/>
                  <a:gd name="T49" fmla="*/ 18 h 218"/>
                  <a:gd name="T50" fmla="*/ 66 w 220"/>
                  <a:gd name="T51" fmla="*/ 8 h 218"/>
                  <a:gd name="T52" fmla="*/ 86 w 220"/>
                  <a:gd name="T53" fmla="*/ 2 h 218"/>
                  <a:gd name="T54" fmla="*/ 108 w 220"/>
                  <a:gd name="T55" fmla="*/ 0 h 218"/>
                  <a:gd name="T56" fmla="*/ 108 w 220"/>
                  <a:gd name="T57" fmla="*/ 0 h 218"/>
                  <a:gd name="T58" fmla="*/ 130 w 220"/>
                  <a:gd name="T59" fmla="*/ 2 h 218"/>
                  <a:gd name="T60" fmla="*/ 152 w 220"/>
                  <a:gd name="T61" fmla="*/ 8 h 218"/>
                  <a:gd name="T62" fmla="*/ 170 w 220"/>
                  <a:gd name="T63" fmla="*/ 18 h 218"/>
                  <a:gd name="T64" fmla="*/ 186 w 220"/>
                  <a:gd name="T65" fmla="*/ 32 h 218"/>
                  <a:gd name="T66" fmla="*/ 200 w 220"/>
                  <a:gd name="T67" fmla="*/ 48 h 218"/>
                  <a:gd name="T68" fmla="*/ 210 w 220"/>
                  <a:gd name="T69" fmla="*/ 66 h 218"/>
                  <a:gd name="T70" fmla="*/ 216 w 220"/>
                  <a:gd name="T71" fmla="*/ 86 h 218"/>
                  <a:gd name="T72" fmla="*/ 220 w 220"/>
                  <a:gd name="T73" fmla="*/ 10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0" h="218">
                    <a:moveTo>
                      <a:pt x="220" y="108"/>
                    </a:moveTo>
                    <a:lnTo>
                      <a:pt x="220" y="108"/>
                    </a:lnTo>
                    <a:lnTo>
                      <a:pt x="216" y="130"/>
                    </a:lnTo>
                    <a:lnTo>
                      <a:pt x="210" y="152"/>
                    </a:lnTo>
                    <a:lnTo>
                      <a:pt x="200" y="170"/>
                    </a:lnTo>
                    <a:lnTo>
                      <a:pt x="186" y="186"/>
                    </a:lnTo>
                    <a:lnTo>
                      <a:pt x="170" y="200"/>
                    </a:lnTo>
                    <a:lnTo>
                      <a:pt x="152" y="210"/>
                    </a:lnTo>
                    <a:lnTo>
                      <a:pt x="130" y="216"/>
                    </a:lnTo>
                    <a:lnTo>
                      <a:pt x="108" y="218"/>
                    </a:lnTo>
                    <a:lnTo>
                      <a:pt x="108" y="218"/>
                    </a:lnTo>
                    <a:lnTo>
                      <a:pt x="86" y="216"/>
                    </a:lnTo>
                    <a:lnTo>
                      <a:pt x="66" y="210"/>
                    </a:lnTo>
                    <a:lnTo>
                      <a:pt x="48" y="200"/>
                    </a:lnTo>
                    <a:lnTo>
                      <a:pt x="32" y="186"/>
                    </a:lnTo>
                    <a:lnTo>
                      <a:pt x="18" y="170"/>
                    </a:lnTo>
                    <a:lnTo>
                      <a:pt x="8" y="152"/>
                    </a:lnTo>
                    <a:lnTo>
                      <a:pt x="2" y="130"/>
                    </a:lnTo>
                    <a:lnTo>
                      <a:pt x="0" y="108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6"/>
                    </a:lnTo>
                    <a:lnTo>
                      <a:pt x="18" y="48"/>
                    </a:lnTo>
                    <a:lnTo>
                      <a:pt x="32" y="32"/>
                    </a:lnTo>
                    <a:lnTo>
                      <a:pt x="48" y="18"/>
                    </a:lnTo>
                    <a:lnTo>
                      <a:pt x="66" y="8"/>
                    </a:lnTo>
                    <a:lnTo>
                      <a:pt x="86" y="2"/>
                    </a:lnTo>
                    <a:lnTo>
                      <a:pt x="108" y="0"/>
                    </a:lnTo>
                    <a:lnTo>
                      <a:pt x="108" y="0"/>
                    </a:lnTo>
                    <a:lnTo>
                      <a:pt x="130" y="2"/>
                    </a:lnTo>
                    <a:lnTo>
                      <a:pt x="152" y="8"/>
                    </a:lnTo>
                    <a:lnTo>
                      <a:pt x="170" y="18"/>
                    </a:lnTo>
                    <a:lnTo>
                      <a:pt x="186" y="32"/>
                    </a:lnTo>
                    <a:lnTo>
                      <a:pt x="200" y="48"/>
                    </a:lnTo>
                    <a:lnTo>
                      <a:pt x="210" y="66"/>
                    </a:lnTo>
                    <a:lnTo>
                      <a:pt x="216" y="86"/>
                    </a:lnTo>
                    <a:lnTo>
                      <a:pt x="220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3" name="Freeform 113">
                <a:extLst>
                  <a:ext uri="{FF2B5EF4-FFF2-40B4-BE49-F238E27FC236}">
                    <a16:creationId xmlns:a16="http://schemas.microsoft.com/office/drawing/2014/main" id="{2A079384-9AB1-4C67-AE5D-C613A8E8C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4713" y="2494352"/>
                <a:ext cx="560510" cy="555416"/>
              </a:xfrm>
              <a:custGeom>
                <a:avLst/>
                <a:gdLst>
                  <a:gd name="T0" fmla="*/ 220 w 220"/>
                  <a:gd name="T1" fmla="*/ 108 h 218"/>
                  <a:gd name="T2" fmla="*/ 220 w 220"/>
                  <a:gd name="T3" fmla="*/ 108 h 218"/>
                  <a:gd name="T4" fmla="*/ 216 w 220"/>
                  <a:gd name="T5" fmla="*/ 130 h 218"/>
                  <a:gd name="T6" fmla="*/ 210 w 220"/>
                  <a:gd name="T7" fmla="*/ 152 h 218"/>
                  <a:gd name="T8" fmla="*/ 200 w 220"/>
                  <a:gd name="T9" fmla="*/ 170 h 218"/>
                  <a:gd name="T10" fmla="*/ 186 w 220"/>
                  <a:gd name="T11" fmla="*/ 186 h 218"/>
                  <a:gd name="T12" fmla="*/ 170 w 220"/>
                  <a:gd name="T13" fmla="*/ 200 h 218"/>
                  <a:gd name="T14" fmla="*/ 152 w 220"/>
                  <a:gd name="T15" fmla="*/ 210 h 218"/>
                  <a:gd name="T16" fmla="*/ 130 w 220"/>
                  <a:gd name="T17" fmla="*/ 216 h 218"/>
                  <a:gd name="T18" fmla="*/ 108 w 220"/>
                  <a:gd name="T19" fmla="*/ 218 h 218"/>
                  <a:gd name="T20" fmla="*/ 108 w 220"/>
                  <a:gd name="T21" fmla="*/ 218 h 218"/>
                  <a:gd name="T22" fmla="*/ 86 w 220"/>
                  <a:gd name="T23" fmla="*/ 216 h 218"/>
                  <a:gd name="T24" fmla="*/ 66 w 220"/>
                  <a:gd name="T25" fmla="*/ 210 h 218"/>
                  <a:gd name="T26" fmla="*/ 48 w 220"/>
                  <a:gd name="T27" fmla="*/ 200 h 218"/>
                  <a:gd name="T28" fmla="*/ 32 w 220"/>
                  <a:gd name="T29" fmla="*/ 186 h 218"/>
                  <a:gd name="T30" fmla="*/ 18 w 220"/>
                  <a:gd name="T31" fmla="*/ 170 h 218"/>
                  <a:gd name="T32" fmla="*/ 8 w 220"/>
                  <a:gd name="T33" fmla="*/ 152 h 218"/>
                  <a:gd name="T34" fmla="*/ 2 w 220"/>
                  <a:gd name="T35" fmla="*/ 130 h 218"/>
                  <a:gd name="T36" fmla="*/ 0 w 220"/>
                  <a:gd name="T37" fmla="*/ 108 h 218"/>
                  <a:gd name="T38" fmla="*/ 0 w 220"/>
                  <a:gd name="T39" fmla="*/ 108 h 218"/>
                  <a:gd name="T40" fmla="*/ 2 w 220"/>
                  <a:gd name="T41" fmla="*/ 86 h 218"/>
                  <a:gd name="T42" fmla="*/ 8 w 220"/>
                  <a:gd name="T43" fmla="*/ 66 h 218"/>
                  <a:gd name="T44" fmla="*/ 18 w 220"/>
                  <a:gd name="T45" fmla="*/ 48 h 218"/>
                  <a:gd name="T46" fmla="*/ 32 w 220"/>
                  <a:gd name="T47" fmla="*/ 32 h 218"/>
                  <a:gd name="T48" fmla="*/ 48 w 220"/>
                  <a:gd name="T49" fmla="*/ 18 h 218"/>
                  <a:gd name="T50" fmla="*/ 66 w 220"/>
                  <a:gd name="T51" fmla="*/ 8 h 218"/>
                  <a:gd name="T52" fmla="*/ 86 w 220"/>
                  <a:gd name="T53" fmla="*/ 2 h 218"/>
                  <a:gd name="T54" fmla="*/ 108 w 220"/>
                  <a:gd name="T55" fmla="*/ 0 h 218"/>
                  <a:gd name="T56" fmla="*/ 108 w 220"/>
                  <a:gd name="T57" fmla="*/ 0 h 218"/>
                  <a:gd name="T58" fmla="*/ 130 w 220"/>
                  <a:gd name="T59" fmla="*/ 2 h 218"/>
                  <a:gd name="T60" fmla="*/ 152 w 220"/>
                  <a:gd name="T61" fmla="*/ 8 h 218"/>
                  <a:gd name="T62" fmla="*/ 170 w 220"/>
                  <a:gd name="T63" fmla="*/ 18 h 218"/>
                  <a:gd name="T64" fmla="*/ 186 w 220"/>
                  <a:gd name="T65" fmla="*/ 32 h 218"/>
                  <a:gd name="T66" fmla="*/ 200 w 220"/>
                  <a:gd name="T67" fmla="*/ 48 h 218"/>
                  <a:gd name="T68" fmla="*/ 210 w 220"/>
                  <a:gd name="T69" fmla="*/ 66 h 218"/>
                  <a:gd name="T70" fmla="*/ 216 w 220"/>
                  <a:gd name="T71" fmla="*/ 86 h 218"/>
                  <a:gd name="T72" fmla="*/ 220 w 220"/>
                  <a:gd name="T73" fmla="*/ 10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0" h="218">
                    <a:moveTo>
                      <a:pt x="220" y="108"/>
                    </a:moveTo>
                    <a:lnTo>
                      <a:pt x="220" y="108"/>
                    </a:lnTo>
                    <a:lnTo>
                      <a:pt x="216" y="130"/>
                    </a:lnTo>
                    <a:lnTo>
                      <a:pt x="210" y="152"/>
                    </a:lnTo>
                    <a:lnTo>
                      <a:pt x="200" y="170"/>
                    </a:lnTo>
                    <a:lnTo>
                      <a:pt x="186" y="186"/>
                    </a:lnTo>
                    <a:lnTo>
                      <a:pt x="170" y="200"/>
                    </a:lnTo>
                    <a:lnTo>
                      <a:pt x="152" y="210"/>
                    </a:lnTo>
                    <a:lnTo>
                      <a:pt x="130" y="216"/>
                    </a:lnTo>
                    <a:lnTo>
                      <a:pt x="108" y="218"/>
                    </a:lnTo>
                    <a:lnTo>
                      <a:pt x="108" y="218"/>
                    </a:lnTo>
                    <a:lnTo>
                      <a:pt x="86" y="216"/>
                    </a:lnTo>
                    <a:lnTo>
                      <a:pt x="66" y="210"/>
                    </a:lnTo>
                    <a:lnTo>
                      <a:pt x="48" y="200"/>
                    </a:lnTo>
                    <a:lnTo>
                      <a:pt x="32" y="186"/>
                    </a:lnTo>
                    <a:lnTo>
                      <a:pt x="18" y="170"/>
                    </a:lnTo>
                    <a:lnTo>
                      <a:pt x="8" y="152"/>
                    </a:lnTo>
                    <a:lnTo>
                      <a:pt x="2" y="130"/>
                    </a:lnTo>
                    <a:lnTo>
                      <a:pt x="0" y="108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6"/>
                    </a:lnTo>
                    <a:lnTo>
                      <a:pt x="18" y="48"/>
                    </a:lnTo>
                    <a:lnTo>
                      <a:pt x="32" y="32"/>
                    </a:lnTo>
                    <a:lnTo>
                      <a:pt x="48" y="18"/>
                    </a:lnTo>
                    <a:lnTo>
                      <a:pt x="66" y="8"/>
                    </a:lnTo>
                    <a:lnTo>
                      <a:pt x="86" y="2"/>
                    </a:lnTo>
                    <a:lnTo>
                      <a:pt x="108" y="0"/>
                    </a:lnTo>
                    <a:lnTo>
                      <a:pt x="108" y="0"/>
                    </a:lnTo>
                    <a:lnTo>
                      <a:pt x="130" y="2"/>
                    </a:lnTo>
                    <a:lnTo>
                      <a:pt x="152" y="8"/>
                    </a:lnTo>
                    <a:lnTo>
                      <a:pt x="170" y="18"/>
                    </a:lnTo>
                    <a:lnTo>
                      <a:pt x="186" y="32"/>
                    </a:lnTo>
                    <a:lnTo>
                      <a:pt x="200" y="48"/>
                    </a:lnTo>
                    <a:lnTo>
                      <a:pt x="210" y="66"/>
                    </a:lnTo>
                    <a:lnTo>
                      <a:pt x="216" y="86"/>
                    </a:lnTo>
                    <a:lnTo>
                      <a:pt x="220" y="10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4" name="Freeform 114">
                <a:extLst>
                  <a:ext uri="{FF2B5EF4-FFF2-40B4-BE49-F238E27FC236}">
                    <a16:creationId xmlns:a16="http://schemas.microsoft.com/office/drawing/2014/main" id="{4066A037-5F00-4DDF-AB7E-4945E0BAF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8917" y="3192444"/>
                <a:ext cx="107007" cy="254778"/>
              </a:xfrm>
              <a:custGeom>
                <a:avLst/>
                <a:gdLst>
                  <a:gd name="T0" fmla="*/ 20 w 42"/>
                  <a:gd name="T1" fmla="*/ 0 h 100"/>
                  <a:gd name="T2" fmla="*/ 0 w 42"/>
                  <a:gd name="T3" fmla="*/ 20 h 100"/>
                  <a:gd name="T4" fmla="*/ 20 w 42"/>
                  <a:gd name="T5" fmla="*/ 100 h 100"/>
                  <a:gd name="T6" fmla="*/ 42 w 42"/>
                  <a:gd name="T7" fmla="*/ 20 h 100"/>
                  <a:gd name="T8" fmla="*/ 20 w 42"/>
                  <a:gd name="T9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100">
                    <a:moveTo>
                      <a:pt x="20" y="0"/>
                    </a:moveTo>
                    <a:lnTo>
                      <a:pt x="0" y="20"/>
                    </a:lnTo>
                    <a:lnTo>
                      <a:pt x="20" y="100"/>
                    </a:lnTo>
                    <a:lnTo>
                      <a:pt x="42" y="20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5" name="Freeform 115">
                <a:extLst>
                  <a:ext uri="{FF2B5EF4-FFF2-40B4-BE49-F238E27FC236}">
                    <a16:creationId xmlns:a16="http://schemas.microsoft.com/office/drawing/2014/main" id="{D6D6D487-9E41-42A8-915C-3AEAC07906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4013" y="3090533"/>
                <a:ext cx="91720" cy="101911"/>
              </a:xfrm>
              <a:custGeom>
                <a:avLst/>
                <a:gdLst>
                  <a:gd name="T0" fmla="*/ 16 w 36"/>
                  <a:gd name="T1" fmla="*/ 0 h 40"/>
                  <a:gd name="T2" fmla="*/ 0 w 36"/>
                  <a:gd name="T3" fmla="*/ 20 h 40"/>
                  <a:gd name="T4" fmla="*/ 16 w 36"/>
                  <a:gd name="T5" fmla="*/ 40 h 40"/>
                  <a:gd name="T6" fmla="*/ 36 w 36"/>
                  <a:gd name="T7" fmla="*/ 20 h 40"/>
                  <a:gd name="T8" fmla="*/ 16 w 36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0">
                    <a:moveTo>
                      <a:pt x="16" y="0"/>
                    </a:moveTo>
                    <a:lnTo>
                      <a:pt x="0" y="20"/>
                    </a:lnTo>
                    <a:lnTo>
                      <a:pt x="16" y="40"/>
                    </a:lnTo>
                    <a:lnTo>
                      <a:pt x="36" y="20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6" name="Freeform 130">
                <a:extLst>
                  <a:ext uri="{FF2B5EF4-FFF2-40B4-BE49-F238E27FC236}">
                    <a16:creationId xmlns:a16="http://schemas.microsoft.com/office/drawing/2014/main" id="{109D8698-B2C4-4054-A120-0B4666A20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6115" y="3075246"/>
                <a:ext cx="30573" cy="35669"/>
              </a:xfrm>
              <a:custGeom>
                <a:avLst/>
                <a:gdLst>
                  <a:gd name="T0" fmla="*/ 10 w 12"/>
                  <a:gd name="T1" fmla="*/ 14 h 14"/>
                  <a:gd name="T2" fmla="*/ 12 w 12"/>
                  <a:gd name="T3" fmla="*/ 0 h 14"/>
                  <a:gd name="T4" fmla="*/ 12 w 12"/>
                  <a:gd name="T5" fmla="*/ 0 h 14"/>
                  <a:gd name="T6" fmla="*/ 8 w 12"/>
                  <a:gd name="T7" fmla="*/ 2 h 14"/>
                  <a:gd name="T8" fmla="*/ 0 w 12"/>
                  <a:gd name="T9" fmla="*/ 4 h 14"/>
                  <a:gd name="T10" fmla="*/ 10 w 12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10" y="14"/>
                    </a:moveTo>
                    <a:lnTo>
                      <a:pt x="12" y="0"/>
                    </a:lnTo>
                    <a:lnTo>
                      <a:pt x="12" y="0"/>
                    </a:lnTo>
                    <a:lnTo>
                      <a:pt x="8" y="2"/>
                    </a:lnTo>
                    <a:lnTo>
                      <a:pt x="0" y="4"/>
                    </a:lnTo>
                    <a:lnTo>
                      <a:pt x="10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7" name="Freeform 131">
                <a:extLst>
                  <a:ext uri="{FF2B5EF4-FFF2-40B4-BE49-F238E27FC236}">
                    <a16:creationId xmlns:a16="http://schemas.microsoft.com/office/drawing/2014/main" id="{7B0509CB-76A1-483E-8315-9189A3A1E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7771" y="3075246"/>
                <a:ext cx="35669" cy="35669"/>
              </a:xfrm>
              <a:custGeom>
                <a:avLst/>
                <a:gdLst>
                  <a:gd name="T0" fmla="*/ 6 w 14"/>
                  <a:gd name="T1" fmla="*/ 14 h 14"/>
                  <a:gd name="T2" fmla="*/ 14 w 14"/>
                  <a:gd name="T3" fmla="*/ 4 h 14"/>
                  <a:gd name="T4" fmla="*/ 14 w 14"/>
                  <a:gd name="T5" fmla="*/ 4 h 14"/>
                  <a:gd name="T6" fmla="*/ 8 w 14"/>
                  <a:gd name="T7" fmla="*/ 2 h 14"/>
                  <a:gd name="T8" fmla="*/ 0 w 14"/>
                  <a:gd name="T9" fmla="*/ 0 h 14"/>
                  <a:gd name="T10" fmla="*/ 6 w 14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6" y="14"/>
                    </a:moveTo>
                    <a:lnTo>
                      <a:pt x="14" y="4"/>
                    </a:lnTo>
                    <a:lnTo>
                      <a:pt x="14" y="4"/>
                    </a:lnTo>
                    <a:lnTo>
                      <a:pt x="8" y="2"/>
                    </a:lnTo>
                    <a:lnTo>
                      <a:pt x="0" y="0"/>
                    </a:lnTo>
                    <a:lnTo>
                      <a:pt x="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8" name="Freeform 136">
                <a:extLst>
                  <a:ext uri="{FF2B5EF4-FFF2-40B4-BE49-F238E27FC236}">
                    <a16:creationId xmlns:a16="http://schemas.microsoft.com/office/drawing/2014/main" id="{8EFCB964-8704-41A5-8D78-FE8F8ECAEF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69807" y="3090533"/>
                <a:ext cx="2150322" cy="1401279"/>
              </a:xfrm>
              <a:custGeom>
                <a:avLst/>
                <a:gdLst>
                  <a:gd name="T0" fmla="*/ 596 w 844"/>
                  <a:gd name="T1" fmla="*/ 20 h 550"/>
                  <a:gd name="T2" fmla="*/ 574 w 844"/>
                  <a:gd name="T3" fmla="*/ 4 h 550"/>
                  <a:gd name="T4" fmla="*/ 480 w 844"/>
                  <a:gd name="T5" fmla="*/ 0 h 550"/>
                  <a:gd name="T6" fmla="*/ 276 w 844"/>
                  <a:gd name="T7" fmla="*/ 0 h 550"/>
                  <a:gd name="T8" fmla="*/ 262 w 844"/>
                  <a:gd name="T9" fmla="*/ 8 h 550"/>
                  <a:gd name="T10" fmla="*/ 60 w 844"/>
                  <a:gd name="T11" fmla="*/ 102 h 550"/>
                  <a:gd name="T12" fmla="*/ 126 w 844"/>
                  <a:gd name="T13" fmla="*/ 266 h 550"/>
                  <a:gd name="T14" fmla="*/ 132 w 844"/>
                  <a:gd name="T15" fmla="*/ 272 h 550"/>
                  <a:gd name="T16" fmla="*/ 160 w 844"/>
                  <a:gd name="T17" fmla="*/ 278 h 550"/>
                  <a:gd name="T18" fmla="*/ 190 w 844"/>
                  <a:gd name="T19" fmla="*/ 268 h 550"/>
                  <a:gd name="T20" fmla="*/ 204 w 844"/>
                  <a:gd name="T21" fmla="*/ 250 h 550"/>
                  <a:gd name="T22" fmla="*/ 280 w 844"/>
                  <a:gd name="T23" fmla="*/ 476 h 550"/>
                  <a:gd name="T24" fmla="*/ 308 w 844"/>
                  <a:gd name="T25" fmla="*/ 482 h 550"/>
                  <a:gd name="T26" fmla="*/ 340 w 844"/>
                  <a:gd name="T27" fmla="*/ 508 h 550"/>
                  <a:gd name="T28" fmla="*/ 350 w 844"/>
                  <a:gd name="T29" fmla="*/ 548 h 550"/>
                  <a:gd name="T30" fmla="*/ 484 w 844"/>
                  <a:gd name="T31" fmla="*/ 548 h 550"/>
                  <a:gd name="T32" fmla="*/ 490 w 844"/>
                  <a:gd name="T33" fmla="*/ 520 h 550"/>
                  <a:gd name="T34" fmla="*/ 516 w 844"/>
                  <a:gd name="T35" fmla="*/ 490 h 550"/>
                  <a:gd name="T36" fmla="*/ 554 w 844"/>
                  <a:gd name="T37" fmla="*/ 476 h 550"/>
                  <a:gd name="T38" fmla="*/ 642 w 844"/>
                  <a:gd name="T39" fmla="*/ 250 h 550"/>
                  <a:gd name="T40" fmla="*/ 648 w 844"/>
                  <a:gd name="T41" fmla="*/ 260 h 550"/>
                  <a:gd name="T42" fmla="*/ 666 w 844"/>
                  <a:gd name="T43" fmla="*/ 274 h 550"/>
                  <a:gd name="T44" fmla="*/ 688 w 844"/>
                  <a:gd name="T45" fmla="*/ 278 h 550"/>
                  <a:gd name="T46" fmla="*/ 712 w 844"/>
                  <a:gd name="T47" fmla="*/ 272 h 550"/>
                  <a:gd name="T48" fmla="*/ 786 w 844"/>
                  <a:gd name="T49" fmla="*/ 106 h 550"/>
                  <a:gd name="T50" fmla="*/ 60 w 844"/>
                  <a:gd name="T51" fmla="*/ 148 h 550"/>
                  <a:gd name="T52" fmla="*/ 48 w 844"/>
                  <a:gd name="T53" fmla="*/ 140 h 550"/>
                  <a:gd name="T54" fmla="*/ 48 w 844"/>
                  <a:gd name="T55" fmla="*/ 128 h 550"/>
                  <a:gd name="T56" fmla="*/ 60 w 844"/>
                  <a:gd name="T57" fmla="*/ 120 h 550"/>
                  <a:gd name="T58" fmla="*/ 72 w 844"/>
                  <a:gd name="T59" fmla="*/ 124 h 550"/>
                  <a:gd name="T60" fmla="*/ 76 w 844"/>
                  <a:gd name="T61" fmla="*/ 134 h 550"/>
                  <a:gd name="T62" fmla="*/ 66 w 844"/>
                  <a:gd name="T63" fmla="*/ 146 h 550"/>
                  <a:gd name="T64" fmla="*/ 416 w 844"/>
                  <a:gd name="T65" fmla="*/ 348 h 550"/>
                  <a:gd name="T66" fmla="*/ 400 w 844"/>
                  <a:gd name="T67" fmla="*/ 338 h 550"/>
                  <a:gd name="T68" fmla="*/ 400 w 844"/>
                  <a:gd name="T69" fmla="*/ 324 h 550"/>
                  <a:gd name="T70" fmla="*/ 416 w 844"/>
                  <a:gd name="T71" fmla="*/ 314 h 550"/>
                  <a:gd name="T72" fmla="*/ 428 w 844"/>
                  <a:gd name="T73" fmla="*/ 318 h 550"/>
                  <a:gd name="T74" fmla="*/ 434 w 844"/>
                  <a:gd name="T75" fmla="*/ 332 h 550"/>
                  <a:gd name="T76" fmla="*/ 424 w 844"/>
                  <a:gd name="T77" fmla="*/ 348 h 550"/>
                  <a:gd name="T78" fmla="*/ 416 w 844"/>
                  <a:gd name="T79" fmla="*/ 294 h 550"/>
                  <a:gd name="T80" fmla="*/ 400 w 844"/>
                  <a:gd name="T81" fmla="*/ 282 h 550"/>
                  <a:gd name="T82" fmla="*/ 400 w 844"/>
                  <a:gd name="T83" fmla="*/ 270 h 550"/>
                  <a:gd name="T84" fmla="*/ 416 w 844"/>
                  <a:gd name="T85" fmla="*/ 258 h 550"/>
                  <a:gd name="T86" fmla="*/ 428 w 844"/>
                  <a:gd name="T87" fmla="*/ 264 h 550"/>
                  <a:gd name="T88" fmla="*/ 434 w 844"/>
                  <a:gd name="T89" fmla="*/ 276 h 550"/>
                  <a:gd name="T90" fmla="*/ 424 w 844"/>
                  <a:gd name="T91" fmla="*/ 292 h 550"/>
                  <a:gd name="T92" fmla="*/ 416 w 844"/>
                  <a:gd name="T93" fmla="*/ 236 h 550"/>
                  <a:gd name="T94" fmla="*/ 400 w 844"/>
                  <a:gd name="T95" fmla="*/ 226 h 550"/>
                  <a:gd name="T96" fmla="*/ 400 w 844"/>
                  <a:gd name="T97" fmla="*/ 212 h 550"/>
                  <a:gd name="T98" fmla="*/ 416 w 844"/>
                  <a:gd name="T99" fmla="*/ 200 h 550"/>
                  <a:gd name="T100" fmla="*/ 428 w 844"/>
                  <a:gd name="T101" fmla="*/ 206 h 550"/>
                  <a:gd name="T102" fmla="*/ 434 w 844"/>
                  <a:gd name="T103" fmla="*/ 218 h 550"/>
                  <a:gd name="T104" fmla="*/ 424 w 844"/>
                  <a:gd name="T105" fmla="*/ 234 h 550"/>
                  <a:gd name="T106" fmla="*/ 784 w 844"/>
                  <a:gd name="T107" fmla="*/ 148 h 550"/>
                  <a:gd name="T108" fmla="*/ 768 w 844"/>
                  <a:gd name="T109" fmla="*/ 140 h 550"/>
                  <a:gd name="T110" fmla="*/ 768 w 844"/>
                  <a:gd name="T111" fmla="*/ 128 h 550"/>
                  <a:gd name="T112" fmla="*/ 784 w 844"/>
                  <a:gd name="T113" fmla="*/ 120 h 550"/>
                  <a:gd name="T114" fmla="*/ 792 w 844"/>
                  <a:gd name="T115" fmla="*/ 124 h 550"/>
                  <a:gd name="T116" fmla="*/ 796 w 844"/>
                  <a:gd name="T117" fmla="*/ 134 h 550"/>
                  <a:gd name="T118" fmla="*/ 788 w 844"/>
                  <a:gd name="T119" fmla="*/ 146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44" h="550">
                    <a:moveTo>
                      <a:pt x="700" y="168"/>
                    </a:moveTo>
                    <a:lnTo>
                      <a:pt x="596" y="20"/>
                    </a:lnTo>
                    <a:lnTo>
                      <a:pt x="596" y="20"/>
                    </a:lnTo>
                    <a:lnTo>
                      <a:pt x="590" y="12"/>
                    </a:lnTo>
                    <a:lnTo>
                      <a:pt x="582" y="8"/>
                    </a:lnTo>
                    <a:lnTo>
                      <a:pt x="574" y="4"/>
                    </a:lnTo>
                    <a:lnTo>
                      <a:pt x="566" y="2"/>
                    </a:lnTo>
                    <a:lnTo>
                      <a:pt x="566" y="0"/>
                    </a:lnTo>
                    <a:lnTo>
                      <a:pt x="480" y="0"/>
                    </a:lnTo>
                    <a:lnTo>
                      <a:pt x="420" y="176"/>
                    </a:lnTo>
                    <a:lnTo>
                      <a:pt x="360" y="0"/>
                    </a:lnTo>
                    <a:lnTo>
                      <a:pt x="276" y="0"/>
                    </a:lnTo>
                    <a:lnTo>
                      <a:pt x="276" y="2"/>
                    </a:lnTo>
                    <a:lnTo>
                      <a:pt x="276" y="2"/>
                    </a:lnTo>
                    <a:lnTo>
                      <a:pt x="262" y="8"/>
                    </a:lnTo>
                    <a:lnTo>
                      <a:pt x="250" y="20"/>
                    </a:lnTo>
                    <a:lnTo>
                      <a:pt x="148" y="168"/>
                    </a:lnTo>
                    <a:lnTo>
                      <a:pt x="60" y="102"/>
                    </a:lnTo>
                    <a:lnTo>
                      <a:pt x="0" y="174"/>
                    </a:lnTo>
                    <a:lnTo>
                      <a:pt x="126" y="266"/>
                    </a:lnTo>
                    <a:lnTo>
                      <a:pt x="126" y="266"/>
                    </a:lnTo>
                    <a:lnTo>
                      <a:pt x="130" y="268"/>
                    </a:lnTo>
                    <a:lnTo>
                      <a:pt x="132" y="272"/>
                    </a:lnTo>
                    <a:lnTo>
                      <a:pt x="132" y="272"/>
                    </a:lnTo>
                    <a:lnTo>
                      <a:pt x="146" y="276"/>
                    </a:lnTo>
                    <a:lnTo>
                      <a:pt x="160" y="278"/>
                    </a:lnTo>
                    <a:lnTo>
                      <a:pt x="160" y="278"/>
                    </a:lnTo>
                    <a:lnTo>
                      <a:pt x="170" y="278"/>
                    </a:lnTo>
                    <a:lnTo>
                      <a:pt x="180" y="274"/>
                    </a:lnTo>
                    <a:lnTo>
                      <a:pt x="190" y="268"/>
                    </a:lnTo>
                    <a:lnTo>
                      <a:pt x="198" y="260"/>
                    </a:lnTo>
                    <a:lnTo>
                      <a:pt x="198" y="260"/>
                    </a:lnTo>
                    <a:lnTo>
                      <a:pt x="204" y="250"/>
                    </a:lnTo>
                    <a:lnTo>
                      <a:pt x="276" y="144"/>
                    </a:lnTo>
                    <a:lnTo>
                      <a:pt x="276" y="476"/>
                    </a:lnTo>
                    <a:lnTo>
                      <a:pt x="280" y="476"/>
                    </a:lnTo>
                    <a:lnTo>
                      <a:pt x="280" y="476"/>
                    </a:lnTo>
                    <a:lnTo>
                      <a:pt x="294" y="478"/>
                    </a:lnTo>
                    <a:lnTo>
                      <a:pt x="308" y="482"/>
                    </a:lnTo>
                    <a:lnTo>
                      <a:pt x="320" y="490"/>
                    </a:lnTo>
                    <a:lnTo>
                      <a:pt x="330" y="498"/>
                    </a:lnTo>
                    <a:lnTo>
                      <a:pt x="340" y="508"/>
                    </a:lnTo>
                    <a:lnTo>
                      <a:pt x="346" y="520"/>
                    </a:lnTo>
                    <a:lnTo>
                      <a:pt x="350" y="534"/>
                    </a:lnTo>
                    <a:lnTo>
                      <a:pt x="350" y="548"/>
                    </a:lnTo>
                    <a:lnTo>
                      <a:pt x="350" y="550"/>
                    </a:lnTo>
                    <a:lnTo>
                      <a:pt x="484" y="550"/>
                    </a:lnTo>
                    <a:lnTo>
                      <a:pt x="484" y="548"/>
                    </a:lnTo>
                    <a:lnTo>
                      <a:pt x="484" y="548"/>
                    </a:lnTo>
                    <a:lnTo>
                      <a:pt x="486" y="534"/>
                    </a:lnTo>
                    <a:lnTo>
                      <a:pt x="490" y="520"/>
                    </a:lnTo>
                    <a:lnTo>
                      <a:pt x="496" y="508"/>
                    </a:lnTo>
                    <a:lnTo>
                      <a:pt x="506" y="498"/>
                    </a:lnTo>
                    <a:lnTo>
                      <a:pt x="516" y="490"/>
                    </a:lnTo>
                    <a:lnTo>
                      <a:pt x="528" y="482"/>
                    </a:lnTo>
                    <a:lnTo>
                      <a:pt x="540" y="478"/>
                    </a:lnTo>
                    <a:lnTo>
                      <a:pt x="554" y="476"/>
                    </a:lnTo>
                    <a:lnTo>
                      <a:pt x="566" y="476"/>
                    </a:lnTo>
                    <a:lnTo>
                      <a:pt x="566" y="136"/>
                    </a:lnTo>
                    <a:lnTo>
                      <a:pt x="642" y="250"/>
                    </a:lnTo>
                    <a:lnTo>
                      <a:pt x="642" y="250"/>
                    </a:lnTo>
                    <a:lnTo>
                      <a:pt x="646" y="256"/>
                    </a:lnTo>
                    <a:lnTo>
                      <a:pt x="648" y="260"/>
                    </a:lnTo>
                    <a:lnTo>
                      <a:pt x="648" y="260"/>
                    </a:lnTo>
                    <a:lnTo>
                      <a:pt x="656" y="268"/>
                    </a:lnTo>
                    <a:lnTo>
                      <a:pt x="666" y="274"/>
                    </a:lnTo>
                    <a:lnTo>
                      <a:pt x="676" y="278"/>
                    </a:lnTo>
                    <a:lnTo>
                      <a:pt x="688" y="278"/>
                    </a:lnTo>
                    <a:lnTo>
                      <a:pt x="688" y="278"/>
                    </a:lnTo>
                    <a:lnTo>
                      <a:pt x="700" y="276"/>
                    </a:lnTo>
                    <a:lnTo>
                      <a:pt x="712" y="272"/>
                    </a:lnTo>
                    <a:lnTo>
                      <a:pt x="712" y="272"/>
                    </a:lnTo>
                    <a:lnTo>
                      <a:pt x="720" y="266"/>
                    </a:lnTo>
                    <a:lnTo>
                      <a:pt x="844" y="176"/>
                    </a:lnTo>
                    <a:lnTo>
                      <a:pt x="786" y="106"/>
                    </a:lnTo>
                    <a:lnTo>
                      <a:pt x="700" y="168"/>
                    </a:lnTo>
                    <a:close/>
                    <a:moveTo>
                      <a:pt x="60" y="148"/>
                    </a:moveTo>
                    <a:lnTo>
                      <a:pt x="60" y="148"/>
                    </a:lnTo>
                    <a:lnTo>
                      <a:pt x="56" y="146"/>
                    </a:lnTo>
                    <a:lnTo>
                      <a:pt x="52" y="144"/>
                    </a:lnTo>
                    <a:lnTo>
                      <a:pt x="48" y="140"/>
                    </a:lnTo>
                    <a:lnTo>
                      <a:pt x="48" y="134"/>
                    </a:lnTo>
                    <a:lnTo>
                      <a:pt x="48" y="134"/>
                    </a:lnTo>
                    <a:lnTo>
                      <a:pt x="48" y="128"/>
                    </a:lnTo>
                    <a:lnTo>
                      <a:pt x="52" y="124"/>
                    </a:lnTo>
                    <a:lnTo>
                      <a:pt x="56" y="120"/>
                    </a:lnTo>
                    <a:lnTo>
                      <a:pt x="60" y="120"/>
                    </a:lnTo>
                    <a:lnTo>
                      <a:pt x="60" y="120"/>
                    </a:lnTo>
                    <a:lnTo>
                      <a:pt x="66" y="120"/>
                    </a:lnTo>
                    <a:lnTo>
                      <a:pt x="72" y="124"/>
                    </a:lnTo>
                    <a:lnTo>
                      <a:pt x="74" y="128"/>
                    </a:lnTo>
                    <a:lnTo>
                      <a:pt x="76" y="134"/>
                    </a:lnTo>
                    <a:lnTo>
                      <a:pt x="76" y="134"/>
                    </a:lnTo>
                    <a:lnTo>
                      <a:pt x="74" y="140"/>
                    </a:lnTo>
                    <a:lnTo>
                      <a:pt x="72" y="144"/>
                    </a:lnTo>
                    <a:lnTo>
                      <a:pt x="66" y="146"/>
                    </a:lnTo>
                    <a:lnTo>
                      <a:pt x="60" y="148"/>
                    </a:lnTo>
                    <a:close/>
                    <a:moveTo>
                      <a:pt x="416" y="348"/>
                    </a:moveTo>
                    <a:lnTo>
                      <a:pt x="416" y="348"/>
                    </a:lnTo>
                    <a:lnTo>
                      <a:pt x="410" y="348"/>
                    </a:lnTo>
                    <a:lnTo>
                      <a:pt x="404" y="344"/>
                    </a:lnTo>
                    <a:lnTo>
                      <a:pt x="400" y="338"/>
                    </a:lnTo>
                    <a:lnTo>
                      <a:pt x="400" y="332"/>
                    </a:lnTo>
                    <a:lnTo>
                      <a:pt x="400" y="332"/>
                    </a:lnTo>
                    <a:lnTo>
                      <a:pt x="400" y="324"/>
                    </a:lnTo>
                    <a:lnTo>
                      <a:pt x="404" y="318"/>
                    </a:lnTo>
                    <a:lnTo>
                      <a:pt x="410" y="314"/>
                    </a:lnTo>
                    <a:lnTo>
                      <a:pt x="416" y="314"/>
                    </a:lnTo>
                    <a:lnTo>
                      <a:pt x="416" y="314"/>
                    </a:lnTo>
                    <a:lnTo>
                      <a:pt x="424" y="314"/>
                    </a:lnTo>
                    <a:lnTo>
                      <a:pt x="428" y="318"/>
                    </a:lnTo>
                    <a:lnTo>
                      <a:pt x="432" y="324"/>
                    </a:lnTo>
                    <a:lnTo>
                      <a:pt x="434" y="332"/>
                    </a:lnTo>
                    <a:lnTo>
                      <a:pt x="434" y="332"/>
                    </a:lnTo>
                    <a:lnTo>
                      <a:pt x="432" y="338"/>
                    </a:lnTo>
                    <a:lnTo>
                      <a:pt x="428" y="344"/>
                    </a:lnTo>
                    <a:lnTo>
                      <a:pt x="424" y="348"/>
                    </a:lnTo>
                    <a:lnTo>
                      <a:pt x="416" y="348"/>
                    </a:lnTo>
                    <a:close/>
                    <a:moveTo>
                      <a:pt x="416" y="294"/>
                    </a:moveTo>
                    <a:lnTo>
                      <a:pt x="416" y="294"/>
                    </a:lnTo>
                    <a:lnTo>
                      <a:pt x="410" y="292"/>
                    </a:lnTo>
                    <a:lnTo>
                      <a:pt x="404" y="288"/>
                    </a:lnTo>
                    <a:lnTo>
                      <a:pt x="400" y="282"/>
                    </a:lnTo>
                    <a:lnTo>
                      <a:pt x="400" y="276"/>
                    </a:lnTo>
                    <a:lnTo>
                      <a:pt x="400" y="276"/>
                    </a:lnTo>
                    <a:lnTo>
                      <a:pt x="400" y="270"/>
                    </a:lnTo>
                    <a:lnTo>
                      <a:pt x="404" y="264"/>
                    </a:lnTo>
                    <a:lnTo>
                      <a:pt x="410" y="260"/>
                    </a:lnTo>
                    <a:lnTo>
                      <a:pt x="416" y="258"/>
                    </a:lnTo>
                    <a:lnTo>
                      <a:pt x="416" y="258"/>
                    </a:lnTo>
                    <a:lnTo>
                      <a:pt x="424" y="260"/>
                    </a:lnTo>
                    <a:lnTo>
                      <a:pt x="428" y="264"/>
                    </a:lnTo>
                    <a:lnTo>
                      <a:pt x="432" y="270"/>
                    </a:lnTo>
                    <a:lnTo>
                      <a:pt x="434" y="276"/>
                    </a:lnTo>
                    <a:lnTo>
                      <a:pt x="434" y="276"/>
                    </a:lnTo>
                    <a:lnTo>
                      <a:pt x="432" y="282"/>
                    </a:lnTo>
                    <a:lnTo>
                      <a:pt x="428" y="288"/>
                    </a:lnTo>
                    <a:lnTo>
                      <a:pt x="424" y="292"/>
                    </a:lnTo>
                    <a:lnTo>
                      <a:pt x="416" y="294"/>
                    </a:lnTo>
                    <a:close/>
                    <a:moveTo>
                      <a:pt x="416" y="236"/>
                    </a:moveTo>
                    <a:lnTo>
                      <a:pt x="416" y="236"/>
                    </a:lnTo>
                    <a:lnTo>
                      <a:pt x="410" y="234"/>
                    </a:lnTo>
                    <a:lnTo>
                      <a:pt x="404" y="232"/>
                    </a:lnTo>
                    <a:lnTo>
                      <a:pt x="400" y="226"/>
                    </a:lnTo>
                    <a:lnTo>
                      <a:pt x="400" y="218"/>
                    </a:lnTo>
                    <a:lnTo>
                      <a:pt x="400" y="218"/>
                    </a:lnTo>
                    <a:lnTo>
                      <a:pt x="400" y="212"/>
                    </a:lnTo>
                    <a:lnTo>
                      <a:pt x="404" y="206"/>
                    </a:lnTo>
                    <a:lnTo>
                      <a:pt x="410" y="202"/>
                    </a:lnTo>
                    <a:lnTo>
                      <a:pt x="416" y="200"/>
                    </a:lnTo>
                    <a:lnTo>
                      <a:pt x="416" y="200"/>
                    </a:lnTo>
                    <a:lnTo>
                      <a:pt x="424" y="202"/>
                    </a:lnTo>
                    <a:lnTo>
                      <a:pt x="428" y="206"/>
                    </a:lnTo>
                    <a:lnTo>
                      <a:pt x="432" y="212"/>
                    </a:lnTo>
                    <a:lnTo>
                      <a:pt x="434" y="218"/>
                    </a:lnTo>
                    <a:lnTo>
                      <a:pt x="434" y="218"/>
                    </a:lnTo>
                    <a:lnTo>
                      <a:pt x="432" y="226"/>
                    </a:lnTo>
                    <a:lnTo>
                      <a:pt x="428" y="232"/>
                    </a:lnTo>
                    <a:lnTo>
                      <a:pt x="424" y="234"/>
                    </a:lnTo>
                    <a:lnTo>
                      <a:pt x="416" y="236"/>
                    </a:lnTo>
                    <a:close/>
                    <a:moveTo>
                      <a:pt x="784" y="148"/>
                    </a:moveTo>
                    <a:lnTo>
                      <a:pt x="784" y="148"/>
                    </a:lnTo>
                    <a:lnTo>
                      <a:pt x="776" y="146"/>
                    </a:lnTo>
                    <a:lnTo>
                      <a:pt x="772" y="144"/>
                    </a:lnTo>
                    <a:lnTo>
                      <a:pt x="768" y="140"/>
                    </a:lnTo>
                    <a:lnTo>
                      <a:pt x="768" y="134"/>
                    </a:lnTo>
                    <a:lnTo>
                      <a:pt x="768" y="134"/>
                    </a:lnTo>
                    <a:lnTo>
                      <a:pt x="768" y="128"/>
                    </a:lnTo>
                    <a:lnTo>
                      <a:pt x="772" y="124"/>
                    </a:lnTo>
                    <a:lnTo>
                      <a:pt x="776" y="120"/>
                    </a:lnTo>
                    <a:lnTo>
                      <a:pt x="784" y="120"/>
                    </a:lnTo>
                    <a:lnTo>
                      <a:pt x="784" y="120"/>
                    </a:lnTo>
                    <a:lnTo>
                      <a:pt x="788" y="120"/>
                    </a:lnTo>
                    <a:lnTo>
                      <a:pt x="792" y="124"/>
                    </a:lnTo>
                    <a:lnTo>
                      <a:pt x="796" y="128"/>
                    </a:lnTo>
                    <a:lnTo>
                      <a:pt x="796" y="134"/>
                    </a:lnTo>
                    <a:lnTo>
                      <a:pt x="796" y="134"/>
                    </a:lnTo>
                    <a:lnTo>
                      <a:pt x="796" y="140"/>
                    </a:lnTo>
                    <a:lnTo>
                      <a:pt x="792" y="144"/>
                    </a:lnTo>
                    <a:lnTo>
                      <a:pt x="788" y="146"/>
                    </a:lnTo>
                    <a:lnTo>
                      <a:pt x="784" y="1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09" name="Freeform 137">
                <a:extLst>
                  <a:ext uri="{FF2B5EF4-FFF2-40B4-BE49-F238E27FC236}">
                    <a16:creationId xmlns:a16="http://schemas.microsoft.com/office/drawing/2014/main" id="{40F6A284-8480-42CC-9A6A-C5F528EB8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9807" y="3090533"/>
                <a:ext cx="2150322" cy="1401280"/>
              </a:xfrm>
              <a:custGeom>
                <a:avLst/>
                <a:gdLst>
                  <a:gd name="T0" fmla="*/ 596 w 844"/>
                  <a:gd name="T1" fmla="*/ 20 h 550"/>
                  <a:gd name="T2" fmla="*/ 590 w 844"/>
                  <a:gd name="T3" fmla="*/ 12 h 550"/>
                  <a:gd name="T4" fmla="*/ 574 w 844"/>
                  <a:gd name="T5" fmla="*/ 4 h 550"/>
                  <a:gd name="T6" fmla="*/ 566 w 844"/>
                  <a:gd name="T7" fmla="*/ 0 h 550"/>
                  <a:gd name="T8" fmla="*/ 420 w 844"/>
                  <a:gd name="T9" fmla="*/ 176 h 550"/>
                  <a:gd name="T10" fmla="*/ 276 w 844"/>
                  <a:gd name="T11" fmla="*/ 0 h 550"/>
                  <a:gd name="T12" fmla="*/ 276 w 844"/>
                  <a:gd name="T13" fmla="*/ 2 h 550"/>
                  <a:gd name="T14" fmla="*/ 250 w 844"/>
                  <a:gd name="T15" fmla="*/ 20 h 550"/>
                  <a:gd name="T16" fmla="*/ 60 w 844"/>
                  <a:gd name="T17" fmla="*/ 102 h 550"/>
                  <a:gd name="T18" fmla="*/ 126 w 844"/>
                  <a:gd name="T19" fmla="*/ 266 h 550"/>
                  <a:gd name="T20" fmla="*/ 130 w 844"/>
                  <a:gd name="T21" fmla="*/ 268 h 550"/>
                  <a:gd name="T22" fmla="*/ 132 w 844"/>
                  <a:gd name="T23" fmla="*/ 272 h 550"/>
                  <a:gd name="T24" fmla="*/ 160 w 844"/>
                  <a:gd name="T25" fmla="*/ 278 h 550"/>
                  <a:gd name="T26" fmla="*/ 170 w 844"/>
                  <a:gd name="T27" fmla="*/ 278 h 550"/>
                  <a:gd name="T28" fmla="*/ 190 w 844"/>
                  <a:gd name="T29" fmla="*/ 268 h 550"/>
                  <a:gd name="T30" fmla="*/ 198 w 844"/>
                  <a:gd name="T31" fmla="*/ 260 h 550"/>
                  <a:gd name="T32" fmla="*/ 276 w 844"/>
                  <a:gd name="T33" fmla="*/ 144 h 550"/>
                  <a:gd name="T34" fmla="*/ 280 w 844"/>
                  <a:gd name="T35" fmla="*/ 476 h 550"/>
                  <a:gd name="T36" fmla="*/ 294 w 844"/>
                  <a:gd name="T37" fmla="*/ 478 h 550"/>
                  <a:gd name="T38" fmla="*/ 320 w 844"/>
                  <a:gd name="T39" fmla="*/ 490 h 550"/>
                  <a:gd name="T40" fmla="*/ 340 w 844"/>
                  <a:gd name="T41" fmla="*/ 508 h 550"/>
                  <a:gd name="T42" fmla="*/ 350 w 844"/>
                  <a:gd name="T43" fmla="*/ 534 h 550"/>
                  <a:gd name="T44" fmla="*/ 350 w 844"/>
                  <a:gd name="T45" fmla="*/ 550 h 550"/>
                  <a:gd name="T46" fmla="*/ 484 w 844"/>
                  <a:gd name="T47" fmla="*/ 548 h 550"/>
                  <a:gd name="T48" fmla="*/ 486 w 844"/>
                  <a:gd name="T49" fmla="*/ 534 h 550"/>
                  <a:gd name="T50" fmla="*/ 496 w 844"/>
                  <a:gd name="T51" fmla="*/ 508 h 550"/>
                  <a:gd name="T52" fmla="*/ 516 w 844"/>
                  <a:gd name="T53" fmla="*/ 490 h 550"/>
                  <a:gd name="T54" fmla="*/ 540 w 844"/>
                  <a:gd name="T55" fmla="*/ 478 h 550"/>
                  <a:gd name="T56" fmla="*/ 566 w 844"/>
                  <a:gd name="T57" fmla="*/ 476 h 550"/>
                  <a:gd name="T58" fmla="*/ 642 w 844"/>
                  <a:gd name="T59" fmla="*/ 250 h 550"/>
                  <a:gd name="T60" fmla="*/ 646 w 844"/>
                  <a:gd name="T61" fmla="*/ 256 h 550"/>
                  <a:gd name="T62" fmla="*/ 648 w 844"/>
                  <a:gd name="T63" fmla="*/ 260 h 550"/>
                  <a:gd name="T64" fmla="*/ 666 w 844"/>
                  <a:gd name="T65" fmla="*/ 274 h 550"/>
                  <a:gd name="T66" fmla="*/ 688 w 844"/>
                  <a:gd name="T67" fmla="*/ 278 h 550"/>
                  <a:gd name="T68" fmla="*/ 700 w 844"/>
                  <a:gd name="T69" fmla="*/ 276 h 550"/>
                  <a:gd name="T70" fmla="*/ 712 w 844"/>
                  <a:gd name="T71" fmla="*/ 272 h 550"/>
                  <a:gd name="T72" fmla="*/ 844 w 844"/>
                  <a:gd name="T73" fmla="*/ 176 h 550"/>
                  <a:gd name="T74" fmla="*/ 700 w 844"/>
                  <a:gd name="T75" fmla="*/ 168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44" h="550">
                    <a:moveTo>
                      <a:pt x="700" y="168"/>
                    </a:moveTo>
                    <a:lnTo>
                      <a:pt x="596" y="20"/>
                    </a:lnTo>
                    <a:lnTo>
                      <a:pt x="596" y="20"/>
                    </a:lnTo>
                    <a:lnTo>
                      <a:pt x="590" y="12"/>
                    </a:lnTo>
                    <a:lnTo>
                      <a:pt x="582" y="8"/>
                    </a:lnTo>
                    <a:lnTo>
                      <a:pt x="574" y="4"/>
                    </a:lnTo>
                    <a:lnTo>
                      <a:pt x="566" y="2"/>
                    </a:lnTo>
                    <a:lnTo>
                      <a:pt x="566" y="0"/>
                    </a:lnTo>
                    <a:lnTo>
                      <a:pt x="480" y="0"/>
                    </a:lnTo>
                    <a:lnTo>
                      <a:pt x="420" y="176"/>
                    </a:lnTo>
                    <a:lnTo>
                      <a:pt x="360" y="0"/>
                    </a:lnTo>
                    <a:lnTo>
                      <a:pt x="276" y="0"/>
                    </a:lnTo>
                    <a:lnTo>
                      <a:pt x="276" y="2"/>
                    </a:lnTo>
                    <a:lnTo>
                      <a:pt x="276" y="2"/>
                    </a:lnTo>
                    <a:lnTo>
                      <a:pt x="262" y="8"/>
                    </a:lnTo>
                    <a:lnTo>
                      <a:pt x="250" y="20"/>
                    </a:lnTo>
                    <a:lnTo>
                      <a:pt x="148" y="168"/>
                    </a:lnTo>
                    <a:lnTo>
                      <a:pt x="60" y="102"/>
                    </a:lnTo>
                    <a:lnTo>
                      <a:pt x="0" y="174"/>
                    </a:lnTo>
                    <a:lnTo>
                      <a:pt x="126" y="266"/>
                    </a:lnTo>
                    <a:lnTo>
                      <a:pt x="126" y="266"/>
                    </a:lnTo>
                    <a:lnTo>
                      <a:pt x="130" y="268"/>
                    </a:lnTo>
                    <a:lnTo>
                      <a:pt x="132" y="272"/>
                    </a:lnTo>
                    <a:lnTo>
                      <a:pt x="132" y="272"/>
                    </a:lnTo>
                    <a:lnTo>
                      <a:pt x="146" y="276"/>
                    </a:lnTo>
                    <a:lnTo>
                      <a:pt x="160" y="278"/>
                    </a:lnTo>
                    <a:lnTo>
                      <a:pt x="160" y="278"/>
                    </a:lnTo>
                    <a:lnTo>
                      <a:pt x="170" y="278"/>
                    </a:lnTo>
                    <a:lnTo>
                      <a:pt x="180" y="274"/>
                    </a:lnTo>
                    <a:lnTo>
                      <a:pt x="190" y="268"/>
                    </a:lnTo>
                    <a:lnTo>
                      <a:pt x="198" y="260"/>
                    </a:lnTo>
                    <a:lnTo>
                      <a:pt x="198" y="260"/>
                    </a:lnTo>
                    <a:lnTo>
                      <a:pt x="204" y="250"/>
                    </a:lnTo>
                    <a:lnTo>
                      <a:pt x="276" y="144"/>
                    </a:lnTo>
                    <a:lnTo>
                      <a:pt x="276" y="476"/>
                    </a:lnTo>
                    <a:lnTo>
                      <a:pt x="280" y="476"/>
                    </a:lnTo>
                    <a:lnTo>
                      <a:pt x="280" y="476"/>
                    </a:lnTo>
                    <a:lnTo>
                      <a:pt x="294" y="478"/>
                    </a:lnTo>
                    <a:lnTo>
                      <a:pt x="308" y="482"/>
                    </a:lnTo>
                    <a:lnTo>
                      <a:pt x="320" y="490"/>
                    </a:lnTo>
                    <a:lnTo>
                      <a:pt x="330" y="498"/>
                    </a:lnTo>
                    <a:lnTo>
                      <a:pt x="340" y="508"/>
                    </a:lnTo>
                    <a:lnTo>
                      <a:pt x="346" y="520"/>
                    </a:lnTo>
                    <a:lnTo>
                      <a:pt x="350" y="534"/>
                    </a:lnTo>
                    <a:lnTo>
                      <a:pt x="350" y="548"/>
                    </a:lnTo>
                    <a:lnTo>
                      <a:pt x="350" y="550"/>
                    </a:lnTo>
                    <a:lnTo>
                      <a:pt x="484" y="550"/>
                    </a:lnTo>
                    <a:lnTo>
                      <a:pt x="484" y="548"/>
                    </a:lnTo>
                    <a:lnTo>
                      <a:pt x="484" y="548"/>
                    </a:lnTo>
                    <a:lnTo>
                      <a:pt x="486" y="534"/>
                    </a:lnTo>
                    <a:lnTo>
                      <a:pt x="490" y="520"/>
                    </a:lnTo>
                    <a:lnTo>
                      <a:pt x="496" y="508"/>
                    </a:lnTo>
                    <a:lnTo>
                      <a:pt x="506" y="498"/>
                    </a:lnTo>
                    <a:lnTo>
                      <a:pt x="516" y="490"/>
                    </a:lnTo>
                    <a:lnTo>
                      <a:pt x="528" y="482"/>
                    </a:lnTo>
                    <a:lnTo>
                      <a:pt x="540" y="478"/>
                    </a:lnTo>
                    <a:lnTo>
                      <a:pt x="554" y="476"/>
                    </a:lnTo>
                    <a:lnTo>
                      <a:pt x="566" y="476"/>
                    </a:lnTo>
                    <a:lnTo>
                      <a:pt x="566" y="136"/>
                    </a:lnTo>
                    <a:lnTo>
                      <a:pt x="642" y="250"/>
                    </a:lnTo>
                    <a:lnTo>
                      <a:pt x="642" y="250"/>
                    </a:lnTo>
                    <a:lnTo>
                      <a:pt x="646" y="256"/>
                    </a:lnTo>
                    <a:lnTo>
                      <a:pt x="648" y="260"/>
                    </a:lnTo>
                    <a:lnTo>
                      <a:pt x="648" y="260"/>
                    </a:lnTo>
                    <a:lnTo>
                      <a:pt x="656" y="268"/>
                    </a:lnTo>
                    <a:lnTo>
                      <a:pt x="666" y="274"/>
                    </a:lnTo>
                    <a:lnTo>
                      <a:pt x="676" y="278"/>
                    </a:lnTo>
                    <a:lnTo>
                      <a:pt x="688" y="278"/>
                    </a:lnTo>
                    <a:lnTo>
                      <a:pt x="688" y="278"/>
                    </a:lnTo>
                    <a:lnTo>
                      <a:pt x="700" y="276"/>
                    </a:lnTo>
                    <a:lnTo>
                      <a:pt x="712" y="272"/>
                    </a:lnTo>
                    <a:lnTo>
                      <a:pt x="712" y="272"/>
                    </a:lnTo>
                    <a:lnTo>
                      <a:pt x="720" y="266"/>
                    </a:lnTo>
                    <a:lnTo>
                      <a:pt x="844" y="176"/>
                    </a:lnTo>
                    <a:lnTo>
                      <a:pt x="786" y="106"/>
                    </a:lnTo>
                    <a:lnTo>
                      <a:pt x="700" y="16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0" name="Freeform 138">
                <a:extLst>
                  <a:ext uri="{FF2B5EF4-FFF2-40B4-BE49-F238E27FC236}">
                    <a16:creationId xmlns:a16="http://schemas.microsoft.com/office/drawing/2014/main" id="{02E2910E-6A11-4936-85CF-4C777C9D3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2100" y="3396266"/>
                <a:ext cx="71338" cy="71338"/>
              </a:xfrm>
              <a:custGeom>
                <a:avLst/>
                <a:gdLst>
                  <a:gd name="T0" fmla="*/ 12 w 28"/>
                  <a:gd name="T1" fmla="*/ 28 h 28"/>
                  <a:gd name="T2" fmla="*/ 12 w 28"/>
                  <a:gd name="T3" fmla="*/ 28 h 28"/>
                  <a:gd name="T4" fmla="*/ 8 w 28"/>
                  <a:gd name="T5" fmla="*/ 26 h 28"/>
                  <a:gd name="T6" fmla="*/ 4 w 28"/>
                  <a:gd name="T7" fmla="*/ 24 h 28"/>
                  <a:gd name="T8" fmla="*/ 0 w 28"/>
                  <a:gd name="T9" fmla="*/ 20 h 28"/>
                  <a:gd name="T10" fmla="*/ 0 w 28"/>
                  <a:gd name="T11" fmla="*/ 14 h 28"/>
                  <a:gd name="T12" fmla="*/ 0 w 28"/>
                  <a:gd name="T13" fmla="*/ 14 h 28"/>
                  <a:gd name="T14" fmla="*/ 0 w 28"/>
                  <a:gd name="T15" fmla="*/ 8 h 28"/>
                  <a:gd name="T16" fmla="*/ 4 w 28"/>
                  <a:gd name="T17" fmla="*/ 4 h 28"/>
                  <a:gd name="T18" fmla="*/ 8 w 28"/>
                  <a:gd name="T19" fmla="*/ 0 h 28"/>
                  <a:gd name="T20" fmla="*/ 12 w 28"/>
                  <a:gd name="T21" fmla="*/ 0 h 28"/>
                  <a:gd name="T22" fmla="*/ 12 w 28"/>
                  <a:gd name="T23" fmla="*/ 0 h 28"/>
                  <a:gd name="T24" fmla="*/ 18 w 28"/>
                  <a:gd name="T25" fmla="*/ 0 h 28"/>
                  <a:gd name="T26" fmla="*/ 24 w 28"/>
                  <a:gd name="T27" fmla="*/ 4 h 28"/>
                  <a:gd name="T28" fmla="*/ 26 w 28"/>
                  <a:gd name="T29" fmla="*/ 8 h 28"/>
                  <a:gd name="T30" fmla="*/ 28 w 28"/>
                  <a:gd name="T31" fmla="*/ 14 h 28"/>
                  <a:gd name="T32" fmla="*/ 28 w 28"/>
                  <a:gd name="T33" fmla="*/ 14 h 28"/>
                  <a:gd name="T34" fmla="*/ 26 w 28"/>
                  <a:gd name="T35" fmla="*/ 20 h 28"/>
                  <a:gd name="T36" fmla="*/ 24 w 28"/>
                  <a:gd name="T37" fmla="*/ 24 h 28"/>
                  <a:gd name="T38" fmla="*/ 18 w 28"/>
                  <a:gd name="T39" fmla="*/ 26 h 28"/>
                  <a:gd name="T40" fmla="*/ 12 w 28"/>
                  <a:gd name="T4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" h="28">
                    <a:moveTo>
                      <a:pt x="12" y="28"/>
                    </a:moveTo>
                    <a:lnTo>
                      <a:pt x="12" y="28"/>
                    </a:lnTo>
                    <a:lnTo>
                      <a:pt x="8" y="26"/>
                    </a:lnTo>
                    <a:lnTo>
                      <a:pt x="4" y="24"/>
                    </a:lnTo>
                    <a:lnTo>
                      <a:pt x="0" y="2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4" y="4"/>
                    </a:lnTo>
                    <a:lnTo>
                      <a:pt x="26" y="8"/>
                    </a:lnTo>
                    <a:lnTo>
                      <a:pt x="28" y="14"/>
                    </a:lnTo>
                    <a:lnTo>
                      <a:pt x="28" y="14"/>
                    </a:lnTo>
                    <a:lnTo>
                      <a:pt x="26" y="20"/>
                    </a:lnTo>
                    <a:lnTo>
                      <a:pt x="24" y="24"/>
                    </a:lnTo>
                    <a:lnTo>
                      <a:pt x="18" y="26"/>
                    </a:lnTo>
                    <a:lnTo>
                      <a:pt x="12" y="2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1" name="Freeform 139">
                <a:extLst>
                  <a:ext uri="{FF2B5EF4-FFF2-40B4-BE49-F238E27FC236}">
                    <a16:creationId xmlns:a16="http://schemas.microsoft.com/office/drawing/2014/main" id="{2A2E34B8-B30C-43A7-8605-E83F21F0D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8917" y="3890535"/>
                <a:ext cx="86624" cy="86625"/>
              </a:xfrm>
              <a:custGeom>
                <a:avLst/>
                <a:gdLst>
                  <a:gd name="T0" fmla="*/ 16 w 34"/>
                  <a:gd name="T1" fmla="*/ 34 h 34"/>
                  <a:gd name="T2" fmla="*/ 16 w 34"/>
                  <a:gd name="T3" fmla="*/ 34 h 34"/>
                  <a:gd name="T4" fmla="*/ 10 w 34"/>
                  <a:gd name="T5" fmla="*/ 34 h 34"/>
                  <a:gd name="T6" fmla="*/ 4 w 34"/>
                  <a:gd name="T7" fmla="*/ 30 h 34"/>
                  <a:gd name="T8" fmla="*/ 0 w 34"/>
                  <a:gd name="T9" fmla="*/ 24 h 34"/>
                  <a:gd name="T10" fmla="*/ 0 w 34"/>
                  <a:gd name="T11" fmla="*/ 18 h 34"/>
                  <a:gd name="T12" fmla="*/ 0 w 34"/>
                  <a:gd name="T13" fmla="*/ 18 h 34"/>
                  <a:gd name="T14" fmla="*/ 0 w 34"/>
                  <a:gd name="T15" fmla="*/ 10 h 34"/>
                  <a:gd name="T16" fmla="*/ 4 w 34"/>
                  <a:gd name="T17" fmla="*/ 4 h 34"/>
                  <a:gd name="T18" fmla="*/ 10 w 34"/>
                  <a:gd name="T19" fmla="*/ 0 h 34"/>
                  <a:gd name="T20" fmla="*/ 16 w 34"/>
                  <a:gd name="T21" fmla="*/ 0 h 34"/>
                  <a:gd name="T22" fmla="*/ 16 w 34"/>
                  <a:gd name="T23" fmla="*/ 0 h 34"/>
                  <a:gd name="T24" fmla="*/ 24 w 34"/>
                  <a:gd name="T25" fmla="*/ 0 h 34"/>
                  <a:gd name="T26" fmla="*/ 28 w 34"/>
                  <a:gd name="T27" fmla="*/ 4 h 34"/>
                  <a:gd name="T28" fmla="*/ 32 w 34"/>
                  <a:gd name="T29" fmla="*/ 10 h 34"/>
                  <a:gd name="T30" fmla="*/ 34 w 34"/>
                  <a:gd name="T31" fmla="*/ 18 h 34"/>
                  <a:gd name="T32" fmla="*/ 34 w 34"/>
                  <a:gd name="T33" fmla="*/ 18 h 34"/>
                  <a:gd name="T34" fmla="*/ 32 w 34"/>
                  <a:gd name="T35" fmla="*/ 24 h 34"/>
                  <a:gd name="T36" fmla="*/ 28 w 34"/>
                  <a:gd name="T37" fmla="*/ 30 h 34"/>
                  <a:gd name="T38" fmla="*/ 24 w 34"/>
                  <a:gd name="T39" fmla="*/ 34 h 34"/>
                  <a:gd name="T40" fmla="*/ 16 w 34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4">
                    <a:moveTo>
                      <a:pt x="16" y="34"/>
                    </a:moveTo>
                    <a:lnTo>
                      <a:pt x="16" y="34"/>
                    </a:lnTo>
                    <a:lnTo>
                      <a:pt x="10" y="34"/>
                    </a:lnTo>
                    <a:lnTo>
                      <a:pt x="4" y="30"/>
                    </a:lnTo>
                    <a:lnTo>
                      <a:pt x="0" y="24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0"/>
                    </a:lnTo>
                    <a:lnTo>
                      <a:pt x="4" y="4"/>
                    </a:lnTo>
                    <a:lnTo>
                      <a:pt x="10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24" y="0"/>
                    </a:lnTo>
                    <a:lnTo>
                      <a:pt x="28" y="4"/>
                    </a:lnTo>
                    <a:lnTo>
                      <a:pt x="32" y="10"/>
                    </a:lnTo>
                    <a:lnTo>
                      <a:pt x="34" y="18"/>
                    </a:lnTo>
                    <a:lnTo>
                      <a:pt x="34" y="18"/>
                    </a:lnTo>
                    <a:lnTo>
                      <a:pt x="32" y="24"/>
                    </a:lnTo>
                    <a:lnTo>
                      <a:pt x="28" y="30"/>
                    </a:lnTo>
                    <a:lnTo>
                      <a:pt x="24" y="34"/>
                    </a:lnTo>
                    <a:lnTo>
                      <a:pt x="16" y="3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2" name="Freeform 140">
                <a:extLst>
                  <a:ext uri="{FF2B5EF4-FFF2-40B4-BE49-F238E27FC236}">
                    <a16:creationId xmlns:a16="http://schemas.microsoft.com/office/drawing/2014/main" id="{722FA757-3133-4356-BE0A-EC120BE21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8917" y="3747860"/>
                <a:ext cx="86624" cy="91720"/>
              </a:xfrm>
              <a:custGeom>
                <a:avLst/>
                <a:gdLst>
                  <a:gd name="T0" fmla="*/ 16 w 34"/>
                  <a:gd name="T1" fmla="*/ 36 h 36"/>
                  <a:gd name="T2" fmla="*/ 16 w 34"/>
                  <a:gd name="T3" fmla="*/ 36 h 36"/>
                  <a:gd name="T4" fmla="*/ 10 w 34"/>
                  <a:gd name="T5" fmla="*/ 34 h 36"/>
                  <a:gd name="T6" fmla="*/ 4 w 34"/>
                  <a:gd name="T7" fmla="*/ 30 h 36"/>
                  <a:gd name="T8" fmla="*/ 0 w 34"/>
                  <a:gd name="T9" fmla="*/ 24 h 36"/>
                  <a:gd name="T10" fmla="*/ 0 w 34"/>
                  <a:gd name="T11" fmla="*/ 18 h 36"/>
                  <a:gd name="T12" fmla="*/ 0 w 34"/>
                  <a:gd name="T13" fmla="*/ 18 h 36"/>
                  <a:gd name="T14" fmla="*/ 0 w 34"/>
                  <a:gd name="T15" fmla="*/ 12 h 36"/>
                  <a:gd name="T16" fmla="*/ 4 w 34"/>
                  <a:gd name="T17" fmla="*/ 6 h 36"/>
                  <a:gd name="T18" fmla="*/ 10 w 34"/>
                  <a:gd name="T19" fmla="*/ 2 h 36"/>
                  <a:gd name="T20" fmla="*/ 16 w 34"/>
                  <a:gd name="T21" fmla="*/ 0 h 36"/>
                  <a:gd name="T22" fmla="*/ 16 w 34"/>
                  <a:gd name="T23" fmla="*/ 0 h 36"/>
                  <a:gd name="T24" fmla="*/ 24 w 34"/>
                  <a:gd name="T25" fmla="*/ 2 h 36"/>
                  <a:gd name="T26" fmla="*/ 28 w 34"/>
                  <a:gd name="T27" fmla="*/ 6 h 36"/>
                  <a:gd name="T28" fmla="*/ 32 w 34"/>
                  <a:gd name="T29" fmla="*/ 12 h 36"/>
                  <a:gd name="T30" fmla="*/ 34 w 34"/>
                  <a:gd name="T31" fmla="*/ 18 h 36"/>
                  <a:gd name="T32" fmla="*/ 34 w 34"/>
                  <a:gd name="T33" fmla="*/ 18 h 36"/>
                  <a:gd name="T34" fmla="*/ 32 w 34"/>
                  <a:gd name="T35" fmla="*/ 24 h 36"/>
                  <a:gd name="T36" fmla="*/ 28 w 34"/>
                  <a:gd name="T37" fmla="*/ 30 h 36"/>
                  <a:gd name="T38" fmla="*/ 24 w 34"/>
                  <a:gd name="T39" fmla="*/ 34 h 36"/>
                  <a:gd name="T40" fmla="*/ 16 w 34"/>
                  <a:gd name="T41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16" y="36"/>
                    </a:moveTo>
                    <a:lnTo>
                      <a:pt x="16" y="36"/>
                    </a:lnTo>
                    <a:lnTo>
                      <a:pt x="10" y="34"/>
                    </a:lnTo>
                    <a:lnTo>
                      <a:pt x="4" y="30"/>
                    </a:lnTo>
                    <a:lnTo>
                      <a:pt x="0" y="24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4" y="6"/>
                    </a:lnTo>
                    <a:lnTo>
                      <a:pt x="10" y="2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24" y="2"/>
                    </a:lnTo>
                    <a:lnTo>
                      <a:pt x="28" y="6"/>
                    </a:lnTo>
                    <a:lnTo>
                      <a:pt x="32" y="12"/>
                    </a:lnTo>
                    <a:lnTo>
                      <a:pt x="34" y="18"/>
                    </a:lnTo>
                    <a:lnTo>
                      <a:pt x="34" y="18"/>
                    </a:lnTo>
                    <a:lnTo>
                      <a:pt x="32" y="24"/>
                    </a:lnTo>
                    <a:lnTo>
                      <a:pt x="28" y="30"/>
                    </a:lnTo>
                    <a:lnTo>
                      <a:pt x="24" y="34"/>
                    </a:lnTo>
                    <a:lnTo>
                      <a:pt x="16" y="3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3" name="Freeform 141">
                <a:extLst>
                  <a:ext uri="{FF2B5EF4-FFF2-40B4-BE49-F238E27FC236}">
                    <a16:creationId xmlns:a16="http://schemas.microsoft.com/office/drawing/2014/main" id="{9C45E960-0F1F-4314-AFA8-0F2F106BA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8917" y="3600089"/>
                <a:ext cx="86624" cy="91720"/>
              </a:xfrm>
              <a:custGeom>
                <a:avLst/>
                <a:gdLst>
                  <a:gd name="T0" fmla="*/ 16 w 34"/>
                  <a:gd name="T1" fmla="*/ 36 h 36"/>
                  <a:gd name="T2" fmla="*/ 16 w 34"/>
                  <a:gd name="T3" fmla="*/ 36 h 36"/>
                  <a:gd name="T4" fmla="*/ 10 w 34"/>
                  <a:gd name="T5" fmla="*/ 34 h 36"/>
                  <a:gd name="T6" fmla="*/ 4 w 34"/>
                  <a:gd name="T7" fmla="*/ 32 h 36"/>
                  <a:gd name="T8" fmla="*/ 0 w 34"/>
                  <a:gd name="T9" fmla="*/ 26 h 36"/>
                  <a:gd name="T10" fmla="*/ 0 w 34"/>
                  <a:gd name="T11" fmla="*/ 18 h 36"/>
                  <a:gd name="T12" fmla="*/ 0 w 34"/>
                  <a:gd name="T13" fmla="*/ 18 h 36"/>
                  <a:gd name="T14" fmla="*/ 0 w 34"/>
                  <a:gd name="T15" fmla="*/ 12 h 36"/>
                  <a:gd name="T16" fmla="*/ 4 w 34"/>
                  <a:gd name="T17" fmla="*/ 6 h 36"/>
                  <a:gd name="T18" fmla="*/ 10 w 34"/>
                  <a:gd name="T19" fmla="*/ 2 h 36"/>
                  <a:gd name="T20" fmla="*/ 16 w 34"/>
                  <a:gd name="T21" fmla="*/ 0 h 36"/>
                  <a:gd name="T22" fmla="*/ 16 w 34"/>
                  <a:gd name="T23" fmla="*/ 0 h 36"/>
                  <a:gd name="T24" fmla="*/ 24 w 34"/>
                  <a:gd name="T25" fmla="*/ 2 h 36"/>
                  <a:gd name="T26" fmla="*/ 28 w 34"/>
                  <a:gd name="T27" fmla="*/ 6 h 36"/>
                  <a:gd name="T28" fmla="*/ 32 w 34"/>
                  <a:gd name="T29" fmla="*/ 12 h 36"/>
                  <a:gd name="T30" fmla="*/ 34 w 34"/>
                  <a:gd name="T31" fmla="*/ 18 h 36"/>
                  <a:gd name="T32" fmla="*/ 34 w 34"/>
                  <a:gd name="T33" fmla="*/ 18 h 36"/>
                  <a:gd name="T34" fmla="*/ 32 w 34"/>
                  <a:gd name="T35" fmla="*/ 26 h 36"/>
                  <a:gd name="T36" fmla="*/ 28 w 34"/>
                  <a:gd name="T37" fmla="*/ 32 h 36"/>
                  <a:gd name="T38" fmla="*/ 24 w 34"/>
                  <a:gd name="T39" fmla="*/ 34 h 36"/>
                  <a:gd name="T40" fmla="*/ 16 w 34"/>
                  <a:gd name="T41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36">
                    <a:moveTo>
                      <a:pt x="16" y="36"/>
                    </a:moveTo>
                    <a:lnTo>
                      <a:pt x="16" y="36"/>
                    </a:lnTo>
                    <a:lnTo>
                      <a:pt x="10" y="34"/>
                    </a:lnTo>
                    <a:lnTo>
                      <a:pt x="4" y="32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4" y="6"/>
                    </a:lnTo>
                    <a:lnTo>
                      <a:pt x="10" y="2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24" y="2"/>
                    </a:lnTo>
                    <a:lnTo>
                      <a:pt x="28" y="6"/>
                    </a:lnTo>
                    <a:lnTo>
                      <a:pt x="32" y="12"/>
                    </a:lnTo>
                    <a:lnTo>
                      <a:pt x="34" y="18"/>
                    </a:lnTo>
                    <a:lnTo>
                      <a:pt x="34" y="18"/>
                    </a:lnTo>
                    <a:lnTo>
                      <a:pt x="32" y="26"/>
                    </a:lnTo>
                    <a:lnTo>
                      <a:pt x="28" y="32"/>
                    </a:lnTo>
                    <a:lnTo>
                      <a:pt x="24" y="34"/>
                    </a:lnTo>
                    <a:lnTo>
                      <a:pt x="16" y="3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4" name="Freeform 142">
                <a:extLst>
                  <a:ext uri="{FF2B5EF4-FFF2-40B4-BE49-F238E27FC236}">
                    <a16:creationId xmlns:a16="http://schemas.microsoft.com/office/drawing/2014/main" id="{684EBBE8-230E-433A-8958-78FBBAFC8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6498" y="3396266"/>
                <a:ext cx="71338" cy="71338"/>
              </a:xfrm>
              <a:custGeom>
                <a:avLst/>
                <a:gdLst>
                  <a:gd name="T0" fmla="*/ 16 w 28"/>
                  <a:gd name="T1" fmla="*/ 28 h 28"/>
                  <a:gd name="T2" fmla="*/ 16 w 28"/>
                  <a:gd name="T3" fmla="*/ 28 h 28"/>
                  <a:gd name="T4" fmla="*/ 8 w 28"/>
                  <a:gd name="T5" fmla="*/ 26 h 28"/>
                  <a:gd name="T6" fmla="*/ 4 w 28"/>
                  <a:gd name="T7" fmla="*/ 24 h 28"/>
                  <a:gd name="T8" fmla="*/ 0 w 28"/>
                  <a:gd name="T9" fmla="*/ 20 h 28"/>
                  <a:gd name="T10" fmla="*/ 0 w 28"/>
                  <a:gd name="T11" fmla="*/ 14 h 28"/>
                  <a:gd name="T12" fmla="*/ 0 w 28"/>
                  <a:gd name="T13" fmla="*/ 14 h 28"/>
                  <a:gd name="T14" fmla="*/ 0 w 28"/>
                  <a:gd name="T15" fmla="*/ 8 h 28"/>
                  <a:gd name="T16" fmla="*/ 4 w 28"/>
                  <a:gd name="T17" fmla="*/ 4 h 28"/>
                  <a:gd name="T18" fmla="*/ 8 w 28"/>
                  <a:gd name="T19" fmla="*/ 0 h 28"/>
                  <a:gd name="T20" fmla="*/ 16 w 28"/>
                  <a:gd name="T21" fmla="*/ 0 h 28"/>
                  <a:gd name="T22" fmla="*/ 16 w 28"/>
                  <a:gd name="T23" fmla="*/ 0 h 28"/>
                  <a:gd name="T24" fmla="*/ 20 w 28"/>
                  <a:gd name="T25" fmla="*/ 0 h 28"/>
                  <a:gd name="T26" fmla="*/ 24 w 28"/>
                  <a:gd name="T27" fmla="*/ 4 h 28"/>
                  <a:gd name="T28" fmla="*/ 28 w 28"/>
                  <a:gd name="T29" fmla="*/ 8 h 28"/>
                  <a:gd name="T30" fmla="*/ 28 w 28"/>
                  <a:gd name="T31" fmla="*/ 14 h 28"/>
                  <a:gd name="T32" fmla="*/ 28 w 28"/>
                  <a:gd name="T33" fmla="*/ 14 h 28"/>
                  <a:gd name="T34" fmla="*/ 28 w 28"/>
                  <a:gd name="T35" fmla="*/ 20 h 28"/>
                  <a:gd name="T36" fmla="*/ 24 w 28"/>
                  <a:gd name="T37" fmla="*/ 24 h 28"/>
                  <a:gd name="T38" fmla="*/ 20 w 28"/>
                  <a:gd name="T39" fmla="*/ 26 h 28"/>
                  <a:gd name="T40" fmla="*/ 16 w 28"/>
                  <a:gd name="T4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" h="28">
                    <a:moveTo>
                      <a:pt x="16" y="28"/>
                    </a:moveTo>
                    <a:lnTo>
                      <a:pt x="16" y="28"/>
                    </a:lnTo>
                    <a:lnTo>
                      <a:pt x="8" y="26"/>
                    </a:lnTo>
                    <a:lnTo>
                      <a:pt x="4" y="24"/>
                    </a:lnTo>
                    <a:lnTo>
                      <a:pt x="0" y="2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20" y="0"/>
                    </a:lnTo>
                    <a:lnTo>
                      <a:pt x="24" y="4"/>
                    </a:lnTo>
                    <a:lnTo>
                      <a:pt x="28" y="8"/>
                    </a:lnTo>
                    <a:lnTo>
                      <a:pt x="28" y="14"/>
                    </a:lnTo>
                    <a:lnTo>
                      <a:pt x="28" y="14"/>
                    </a:lnTo>
                    <a:lnTo>
                      <a:pt x="28" y="20"/>
                    </a:lnTo>
                    <a:lnTo>
                      <a:pt x="24" y="24"/>
                    </a:lnTo>
                    <a:lnTo>
                      <a:pt x="20" y="26"/>
                    </a:lnTo>
                    <a:lnTo>
                      <a:pt x="16" y="2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5" name="Freeform 143">
                <a:extLst>
                  <a:ext uri="{FF2B5EF4-FFF2-40B4-BE49-F238E27FC236}">
                    <a16:creationId xmlns:a16="http://schemas.microsoft.com/office/drawing/2014/main" id="{F3374AD1-CDEC-4D19-A3E6-7F84C59DD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552" y="3330024"/>
                <a:ext cx="366880" cy="168153"/>
              </a:xfrm>
              <a:custGeom>
                <a:avLst/>
                <a:gdLst>
                  <a:gd name="T0" fmla="*/ 134 w 144"/>
                  <a:gd name="T1" fmla="*/ 2 h 66"/>
                  <a:gd name="T2" fmla="*/ 134 w 144"/>
                  <a:gd name="T3" fmla="*/ 2 h 66"/>
                  <a:gd name="T4" fmla="*/ 130 w 144"/>
                  <a:gd name="T5" fmla="*/ 0 h 66"/>
                  <a:gd name="T6" fmla="*/ 126 w 144"/>
                  <a:gd name="T7" fmla="*/ 0 h 66"/>
                  <a:gd name="T8" fmla="*/ 20 w 144"/>
                  <a:gd name="T9" fmla="*/ 0 h 66"/>
                  <a:gd name="T10" fmla="*/ 20 w 144"/>
                  <a:gd name="T11" fmla="*/ 0 h 66"/>
                  <a:gd name="T12" fmla="*/ 12 w 144"/>
                  <a:gd name="T13" fmla="*/ 2 h 66"/>
                  <a:gd name="T14" fmla="*/ 4 w 144"/>
                  <a:gd name="T15" fmla="*/ 6 h 66"/>
                  <a:gd name="T16" fmla="*/ 0 w 144"/>
                  <a:gd name="T17" fmla="*/ 12 h 66"/>
                  <a:gd name="T18" fmla="*/ 0 w 144"/>
                  <a:gd name="T19" fmla="*/ 18 h 66"/>
                  <a:gd name="T20" fmla="*/ 0 w 144"/>
                  <a:gd name="T21" fmla="*/ 18 h 66"/>
                  <a:gd name="T22" fmla="*/ 0 w 144"/>
                  <a:gd name="T23" fmla="*/ 28 h 66"/>
                  <a:gd name="T24" fmla="*/ 4 w 144"/>
                  <a:gd name="T25" fmla="*/ 34 h 66"/>
                  <a:gd name="T26" fmla="*/ 12 w 144"/>
                  <a:gd name="T27" fmla="*/ 38 h 66"/>
                  <a:gd name="T28" fmla="*/ 20 w 144"/>
                  <a:gd name="T29" fmla="*/ 40 h 66"/>
                  <a:gd name="T30" fmla="*/ 94 w 144"/>
                  <a:gd name="T31" fmla="*/ 66 h 66"/>
                  <a:gd name="T32" fmla="*/ 144 w 144"/>
                  <a:gd name="T33" fmla="*/ 6 h 66"/>
                  <a:gd name="T34" fmla="*/ 144 w 144"/>
                  <a:gd name="T35" fmla="*/ 6 h 66"/>
                  <a:gd name="T36" fmla="*/ 134 w 144"/>
                  <a:gd name="T37" fmla="*/ 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4" h="66">
                    <a:moveTo>
                      <a:pt x="134" y="2"/>
                    </a:moveTo>
                    <a:lnTo>
                      <a:pt x="134" y="2"/>
                    </a:lnTo>
                    <a:lnTo>
                      <a:pt x="130" y="0"/>
                    </a:lnTo>
                    <a:lnTo>
                      <a:pt x="126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2" y="2"/>
                    </a:lnTo>
                    <a:lnTo>
                      <a:pt x="4" y="6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28"/>
                    </a:lnTo>
                    <a:lnTo>
                      <a:pt x="4" y="34"/>
                    </a:lnTo>
                    <a:lnTo>
                      <a:pt x="12" y="38"/>
                    </a:lnTo>
                    <a:lnTo>
                      <a:pt x="20" y="40"/>
                    </a:lnTo>
                    <a:lnTo>
                      <a:pt x="94" y="66"/>
                    </a:lnTo>
                    <a:lnTo>
                      <a:pt x="144" y="6"/>
                    </a:lnTo>
                    <a:lnTo>
                      <a:pt x="144" y="6"/>
                    </a:lnTo>
                    <a:lnTo>
                      <a:pt x="13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6" name="Freeform 144">
                <a:extLst>
                  <a:ext uri="{FF2B5EF4-FFF2-40B4-BE49-F238E27FC236}">
                    <a16:creationId xmlns:a16="http://schemas.microsoft.com/office/drawing/2014/main" id="{496AF1E4-B18C-4D2A-BD9F-6EED3401D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552" y="3330024"/>
                <a:ext cx="366880" cy="168153"/>
              </a:xfrm>
              <a:custGeom>
                <a:avLst/>
                <a:gdLst>
                  <a:gd name="T0" fmla="*/ 134 w 144"/>
                  <a:gd name="T1" fmla="*/ 2 h 66"/>
                  <a:gd name="T2" fmla="*/ 134 w 144"/>
                  <a:gd name="T3" fmla="*/ 2 h 66"/>
                  <a:gd name="T4" fmla="*/ 130 w 144"/>
                  <a:gd name="T5" fmla="*/ 0 h 66"/>
                  <a:gd name="T6" fmla="*/ 126 w 144"/>
                  <a:gd name="T7" fmla="*/ 0 h 66"/>
                  <a:gd name="T8" fmla="*/ 20 w 144"/>
                  <a:gd name="T9" fmla="*/ 0 h 66"/>
                  <a:gd name="T10" fmla="*/ 20 w 144"/>
                  <a:gd name="T11" fmla="*/ 0 h 66"/>
                  <a:gd name="T12" fmla="*/ 12 w 144"/>
                  <a:gd name="T13" fmla="*/ 2 h 66"/>
                  <a:gd name="T14" fmla="*/ 4 w 144"/>
                  <a:gd name="T15" fmla="*/ 6 h 66"/>
                  <a:gd name="T16" fmla="*/ 0 w 144"/>
                  <a:gd name="T17" fmla="*/ 12 h 66"/>
                  <a:gd name="T18" fmla="*/ 0 w 144"/>
                  <a:gd name="T19" fmla="*/ 18 h 66"/>
                  <a:gd name="T20" fmla="*/ 0 w 144"/>
                  <a:gd name="T21" fmla="*/ 18 h 66"/>
                  <a:gd name="T22" fmla="*/ 0 w 144"/>
                  <a:gd name="T23" fmla="*/ 28 h 66"/>
                  <a:gd name="T24" fmla="*/ 4 w 144"/>
                  <a:gd name="T25" fmla="*/ 34 h 66"/>
                  <a:gd name="T26" fmla="*/ 12 w 144"/>
                  <a:gd name="T27" fmla="*/ 38 h 66"/>
                  <a:gd name="T28" fmla="*/ 20 w 144"/>
                  <a:gd name="T29" fmla="*/ 40 h 66"/>
                  <a:gd name="T30" fmla="*/ 94 w 144"/>
                  <a:gd name="T31" fmla="*/ 66 h 66"/>
                  <a:gd name="T32" fmla="*/ 144 w 144"/>
                  <a:gd name="T33" fmla="*/ 6 h 66"/>
                  <a:gd name="T34" fmla="*/ 144 w 144"/>
                  <a:gd name="T35" fmla="*/ 6 h 66"/>
                  <a:gd name="T36" fmla="*/ 134 w 144"/>
                  <a:gd name="T37" fmla="*/ 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4" h="66">
                    <a:moveTo>
                      <a:pt x="134" y="2"/>
                    </a:moveTo>
                    <a:lnTo>
                      <a:pt x="134" y="2"/>
                    </a:lnTo>
                    <a:lnTo>
                      <a:pt x="130" y="0"/>
                    </a:lnTo>
                    <a:lnTo>
                      <a:pt x="126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2" y="2"/>
                    </a:lnTo>
                    <a:lnTo>
                      <a:pt x="4" y="6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28"/>
                    </a:lnTo>
                    <a:lnTo>
                      <a:pt x="4" y="34"/>
                    </a:lnTo>
                    <a:lnTo>
                      <a:pt x="12" y="38"/>
                    </a:lnTo>
                    <a:lnTo>
                      <a:pt x="20" y="40"/>
                    </a:lnTo>
                    <a:lnTo>
                      <a:pt x="94" y="66"/>
                    </a:lnTo>
                    <a:lnTo>
                      <a:pt x="144" y="6"/>
                    </a:lnTo>
                    <a:lnTo>
                      <a:pt x="144" y="6"/>
                    </a:lnTo>
                    <a:lnTo>
                      <a:pt x="134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7" name="Freeform 145">
                <a:extLst>
                  <a:ext uri="{FF2B5EF4-FFF2-40B4-BE49-F238E27FC236}">
                    <a16:creationId xmlns:a16="http://schemas.microsoft.com/office/drawing/2014/main" id="{414B4D43-E262-4CB2-BD43-B0F40F5EF5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9234" y="3355502"/>
                <a:ext cx="152866" cy="173249"/>
              </a:xfrm>
              <a:custGeom>
                <a:avLst/>
                <a:gdLst>
                  <a:gd name="T0" fmla="*/ 60 w 60"/>
                  <a:gd name="T1" fmla="*/ 4 h 68"/>
                  <a:gd name="T2" fmla="*/ 52 w 60"/>
                  <a:gd name="T3" fmla="*/ 0 h 68"/>
                  <a:gd name="T4" fmla="*/ 16 w 60"/>
                  <a:gd name="T5" fmla="*/ 40 h 68"/>
                  <a:gd name="T6" fmla="*/ 0 w 60"/>
                  <a:gd name="T7" fmla="*/ 60 h 68"/>
                  <a:gd name="T8" fmla="*/ 0 w 60"/>
                  <a:gd name="T9" fmla="*/ 60 h 68"/>
                  <a:gd name="T10" fmla="*/ 0 w 60"/>
                  <a:gd name="T11" fmla="*/ 60 h 68"/>
                  <a:gd name="T12" fmla="*/ 2 w 60"/>
                  <a:gd name="T13" fmla="*/ 62 h 68"/>
                  <a:gd name="T14" fmla="*/ 4 w 60"/>
                  <a:gd name="T15" fmla="*/ 64 h 68"/>
                  <a:gd name="T16" fmla="*/ 8 w 60"/>
                  <a:gd name="T17" fmla="*/ 68 h 68"/>
                  <a:gd name="T18" fmla="*/ 42 w 60"/>
                  <a:gd name="T19" fmla="*/ 26 h 68"/>
                  <a:gd name="T20" fmla="*/ 60 w 60"/>
                  <a:gd name="T21" fmla="*/ 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68">
                    <a:moveTo>
                      <a:pt x="60" y="4"/>
                    </a:moveTo>
                    <a:lnTo>
                      <a:pt x="52" y="0"/>
                    </a:lnTo>
                    <a:lnTo>
                      <a:pt x="16" y="40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8" y="68"/>
                    </a:lnTo>
                    <a:lnTo>
                      <a:pt x="42" y="26"/>
                    </a:lnTo>
                    <a:lnTo>
                      <a:pt x="6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8" name="Freeform 146">
                <a:extLst>
                  <a:ext uri="{FF2B5EF4-FFF2-40B4-BE49-F238E27FC236}">
                    <a16:creationId xmlns:a16="http://schemas.microsoft.com/office/drawing/2014/main" id="{09366759-7700-4217-9793-643AAA5F6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8600" y="3330024"/>
                <a:ext cx="366880" cy="168153"/>
              </a:xfrm>
              <a:custGeom>
                <a:avLst/>
                <a:gdLst>
                  <a:gd name="T0" fmla="*/ 8 w 144"/>
                  <a:gd name="T1" fmla="*/ 2 h 66"/>
                  <a:gd name="T2" fmla="*/ 8 w 144"/>
                  <a:gd name="T3" fmla="*/ 2 h 66"/>
                  <a:gd name="T4" fmla="*/ 14 w 144"/>
                  <a:gd name="T5" fmla="*/ 0 h 66"/>
                  <a:gd name="T6" fmla="*/ 18 w 144"/>
                  <a:gd name="T7" fmla="*/ 0 h 66"/>
                  <a:gd name="T8" fmla="*/ 124 w 144"/>
                  <a:gd name="T9" fmla="*/ 0 h 66"/>
                  <a:gd name="T10" fmla="*/ 124 w 144"/>
                  <a:gd name="T11" fmla="*/ 0 h 66"/>
                  <a:gd name="T12" fmla="*/ 132 w 144"/>
                  <a:gd name="T13" fmla="*/ 2 h 66"/>
                  <a:gd name="T14" fmla="*/ 138 w 144"/>
                  <a:gd name="T15" fmla="*/ 6 h 66"/>
                  <a:gd name="T16" fmla="*/ 142 w 144"/>
                  <a:gd name="T17" fmla="*/ 12 h 66"/>
                  <a:gd name="T18" fmla="*/ 144 w 144"/>
                  <a:gd name="T19" fmla="*/ 18 h 66"/>
                  <a:gd name="T20" fmla="*/ 144 w 144"/>
                  <a:gd name="T21" fmla="*/ 18 h 66"/>
                  <a:gd name="T22" fmla="*/ 142 w 144"/>
                  <a:gd name="T23" fmla="*/ 28 h 66"/>
                  <a:gd name="T24" fmla="*/ 138 w 144"/>
                  <a:gd name="T25" fmla="*/ 34 h 66"/>
                  <a:gd name="T26" fmla="*/ 132 w 144"/>
                  <a:gd name="T27" fmla="*/ 38 h 66"/>
                  <a:gd name="T28" fmla="*/ 124 w 144"/>
                  <a:gd name="T29" fmla="*/ 40 h 66"/>
                  <a:gd name="T30" fmla="*/ 50 w 144"/>
                  <a:gd name="T31" fmla="*/ 66 h 66"/>
                  <a:gd name="T32" fmla="*/ 0 w 144"/>
                  <a:gd name="T33" fmla="*/ 6 h 66"/>
                  <a:gd name="T34" fmla="*/ 0 w 144"/>
                  <a:gd name="T35" fmla="*/ 6 h 66"/>
                  <a:gd name="T36" fmla="*/ 4 w 144"/>
                  <a:gd name="T37" fmla="*/ 4 h 66"/>
                  <a:gd name="T38" fmla="*/ 8 w 144"/>
                  <a:gd name="T39" fmla="*/ 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4" h="66">
                    <a:moveTo>
                      <a:pt x="8" y="2"/>
                    </a:moveTo>
                    <a:lnTo>
                      <a:pt x="8" y="2"/>
                    </a:lnTo>
                    <a:lnTo>
                      <a:pt x="14" y="0"/>
                    </a:lnTo>
                    <a:lnTo>
                      <a:pt x="18" y="0"/>
                    </a:lnTo>
                    <a:lnTo>
                      <a:pt x="124" y="0"/>
                    </a:lnTo>
                    <a:lnTo>
                      <a:pt x="124" y="0"/>
                    </a:lnTo>
                    <a:lnTo>
                      <a:pt x="132" y="2"/>
                    </a:lnTo>
                    <a:lnTo>
                      <a:pt x="138" y="6"/>
                    </a:lnTo>
                    <a:lnTo>
                      <a:pt x="142" y="12"/>
                    </a:lnTo>
                    <a:lnTo>
                      <a:pt x="144" y="18"/>
                    </a:lnTo>
                    <a:lnTo>
                      <a:pt x="144" y="18"/>
                    </a:lnTo>
                    <a:lnTo>
                      <a:pt x="142" y="28"/>
                    </a:lnTo>
                    <a:lnTo>
                      <a:pt x="138" y="34"/>
                    </a:lnTo>
                    <a:lnTo>
                      <a:pt x="132" y="38"/>
                    </a:lnTo>
                    <a:lnTo>
                      <a:pt x="124" y="40"/>
                    </a:lnTo>
                    <a:lnTo>
                      <a:pt x="50" y="6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4" y="4"/>
                    </a:lnTo>
                    <a:lnTo>
                      <a:pt x="8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19" name="Freeform 147">
                <a:extLst>
                  <a:ext uri="{FF2B5EF4-FFF2-40B4-BE49-F238E27FC236}">
                    <a16:creationId xmlns:a16="http://schemas.microsoft.com/office/drawing/2014/main" id="{3D33198C-9567-49F3-B337-91C16BDB7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8600" y="3330024"/>
                <a:ext cx="366880" cy="168153"/>
              </a:xfrm>
              <a:custGeom>
                <a:avLst/>
                <a:gdLst>
                  <a:gd name="T0" fmla="*/ 8 w 144"/>
                  <a:gd name="T1" fmla="*/ 2 h 66"/>
                  <a:gd name="T2" fmla="*/ 8 w 144"/>
                  <a:gd name="T3" fmla="*/ 2 h 66"/>
                  <a:gd name="T4" fmla="*/ 14 w 144"/>
                  <a:gd name="T5" fmla="*/ 0 h 66"/>
                  <a:gd name="T6" fmla="*/ 18 w 144"/>
                  <a:gd name="T7" fmla="*/ 0 h 66"/>
                  <a:gd name="T8" fmla="*/ 124 w 144"/>
                  <a:gd name="T9" fmla="*/ 0 h 66"/>
                  <a:gd name="T10" fmla="*/ 124 w 144"/>
                  <a:gd name="T11" fmla="*/ 0 h 66"/>
                  <a:gd name="T12" fmla="*/ 132 w 144"/>
                  <a:gd name="T13" fmla="*/ 2 h 66"/>
                  <a:gd name="T14" fmla="*/ 138 w 144"/>
                  <a:gd name="T15" fmla="*/ 6 h 66"/>
                  <a:gd name="T16" fmla="*/ 142 w 144"/>
                  <a:gd name="T17" fmla="*/ 12 h 66"/>
                  <a:gd name="T18" fmla="*/ 144 w 144"/>
                  <a:gd name="T19" fmla="*/ 18 h 66"/>
                  <a:gd name="T20" fmla="*/ 144 w 144"/>
                  <a:gd name="T21" fmla="*/ 18 h 66"/>
                  <a:gd name="T22" fmla="*/ 142 w 144"/>
                  <a:gd name="T23" fmla="*/ 28 h 66"/>
                  <a:gd name="T24" fmla="*/ 138 w 144"/>
                  <a:gd name="T25" fmla="*/ 34 h 66"/>
                  <a:gd name="T26" fmla="*/ 132 w 144"/>
                  <a:gd name="T27" fmla="*/ 38 h 66"/>
                  <a:gd name="T28" fmla="*/ 124 w 144"/>
                  <a:gd name="T29" fmla="*/ 40 h 66"/>
                  <a:gd name="T30" fmla="*/ 50 w 144"/>
                  <a:gd name="T31" fmla="*/ 66 h 66"/>
                  <a:gd name="T32" fmla="*/ 0 w 144"/>
                  <a:gd name="T33" fmla="*/ 6 h 66"/>
                  <a:gd name="T34" fmla="*/ 0 w 144"/>
                  <a:gd name="T35" fmla="*/ 6 h 66"/>
                  <a:gd name="T36" fmla="*/ 4 w 144"/>
                  <a:gd name="T37" fmla="*/ 4 h 66"/>
                  <a:gd name="T38" fmla="*/ 8 w 144"/>
                  <a:gd name="T39" fmla="*/ 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4" h="66">
                    <a:moveTo>
                      <a:pt x="8" y="2"/>
                    </a:moveTo>
                    <a:lnTo>
                      <a:pt x="8" y="2"/>
                    </a:lnTo>
                    <a:lnTo>
                      <a:pt x="14" y="0"/>
                    </a:lnTo>
                    <a:lnTo>
                      <a:pt x="18" y="0"/>
                    </a:lnTo>
                    <a:lnTo>
                      <a:pt x="124" y="0"/>
                    </a:lnTo>
                    <a:lnTo>
                      <a:pt x="124" y="0"/>
                    </a:lnTo>
                    <a:lnTo>
                      <a:pt x="132" y="2"/>
                    </a:lnTo>
                    <a:lnTo>
                      <a:pt x="138" y="6"/>
                    </a:lnTo>
                    <a:lnTo>
                      <a:pt x="142" y="12"/>
                    </a:lnTo>
                    <a:lnTo>
                      <a:pt x="144" y="18"/>
                    </a:lnTo>
                    <a:lnTo>
                      <a:pt x="144" y="18"/>
                    </a:lnTo>
                    <a:lnTo>
                      <a:pt x="142" y="28"/>
                    </a:lnTo>
                    <a:lnTo>
                      <a:pt x="138" y="34"/>
                    </a:lnTo>
                    <a:lnTo>
                      <a:pt x="132" y="38"/>
                    </a:lnTo>
                    <a:lnTo>
                      <a:pt x="124" y="40"/>
                    </a:lnTo>
                    <a:lnTo>
                      <a:pt x="50" y="6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4" y="4"/>
                    </a:lnTo>
                    <a:lnTo>
                      <a:pt x="8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  <p:sp>
            <p:nvSpPr>
              <p:cNvPr id="120" name="Freeform 148">
                <a:extLst>
                  <a:ext uri="{FF2B5EF4-FFF2-40B4-BE49-F238E27FC236}">
                    <a16:creationId xmlns:a16="http://schemas.microsoft.com/office/drawing/2014/main" id="{5D338083-8276-4DAE-8DE3-5488E71F4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2932" y="3355502"/>
                <a:ext cx="152866" cy="173249"/>
              </a:xfrm>
              <a:custGeom>
                <a:avLst/>
                <a:gdLst>
                  <a:gd name="T0" fmla="*/ 0 w 60"/>
                  <a:gd name="T1" fmla="*/ 4 h 68"/>
                  <a:gd name="T2" fmla="*/ 8 w 60"/>
                  <a:gd name="T3" fmla="*/ 0 h 68"/>
                  <a:gd name="T4" fmla="*/ 8 w 60"/>
                  <a:gd name="T5" fmla="*/ 0 h 68"/>
                  <a:gd name="T6" fmla="*/ 44 w 60"/>
                  <a:gd name="T7" fmla="*/ 40 h 68"/>
                  <a:gd name="T8" fmla="*/ 60 w 60"/>
                  <a:gd name="T9" fmla="*/ 60 h 68"/>
                  <a:gd name="T10" fmla="*/ 60 w 60"/>
                  <a:gd name="T11" fmla="*/ 60 h 68"/>
                  <a:gd name="T12" fmla="*/ 56 w 60"/>
                  <a:gd name="T13" fmla="*/ 64 h 68"/>
                  <a:gd name="T14" fmla="*/ 52 w 60"/>
                  <a:gd name="T15" fmla="*/ 68 h 68"/>
                  <a:gd name="T16" fmla="*/ 18 w 60"/>
                  <a:gd name="T17" fmla="*/ 26 h 68"/>
                  <a:gd name="T18" fmla="*/ 0 w 60"/>
                  <a:gd name="T19" fmla="*/ 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8">
                    <a:moveTo>
                      <a:pt x="0" y="4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44" y="40"/>
                    </a:lnTo>
                    <a:lnTo>
                      <a:pt x="60" y="60"/>
                    </a:lnTo>
                    <a:lnTo>
                      <a:pt x="60" y="60"/>
                    </a:lnTo>
                    <a:lnTo>
                      <a:pt x="56" y="64"/>
                    </a:lnTo>
                    <a:lnTo>
                      <a:pt x="52" y="68"/>
                    </a:lnTo>
                    <a:lnTo>
                      <a:pt x="18" y="26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4690" tIns="62346" rIns="124690" bIns="6234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54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" panose="02040503050406030204" pitchFamily="18" charset="0"/>
                  <a:ea typeface="Cambria" panose="02040503050406030204" pitchFamily="18" charset="0"/>
                  <a:cs typeface="+mn-ea"/>
                  <a:sym typeface="+mn-lt"/>
                </a:endParaRPr>
              </a:p>
            </p:txBody>
          </p:sp>
        </p:grpSp>
      </p:grpSp>
      <p:sp>
        <p:nvSpPr>
          <p:cNvPr id="134" name="Прямоугольник: скругленные углы 133">
            <a:extLst>
              <a:ext uri="{FF2B5EF4-FFF2-40B4-BE49-F238E27FC236}">
                <a16:creationId xmlns:a16="http://schemas.microsoft.com/office/drawing/2014/main" id="{2F645D78-64C5-4DD5-83BA-958CC8C3BE17}"/>
              </a:ext>
            </a:extLst>
          </p:cNvPr>
          <p:cNvSpPr/>
          <p:nvPr/>
        </p:nvSpPr>
        <p:spPr>
          <a:xfrm>
            <a:off x="336550" y="100286"/>
            <a:ext cx="11531600" cy="739981"/>
          </a:xfrm>
          <a:prstGeom prst="roundRect">
            <a:avLst>
              <a:gd name="adj" fmla="val 28788"/>
            </a:avLst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4984B4EE-9181-404B-A15E-B5F6B3D1E8B0}"/>
              </a:ext>
            </a:extLst>
          </p:cNvPr>
          <p:cNvSpPr/>
          <p:nvPr/>
        </p:nvSpPr>
        <p:spPr>
          <a:xfrm>
            <a:off x="630864" y="50718"/>
            <a:ext cx="112372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Korxonaning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ijro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intizomi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elektron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hujjat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almashinuv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tizimining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asosiy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funksionalliklari</a:t>
            </a:r>
            <a:r>
              <a:rPr lang="en-US" sz="2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(ijro.navoiyuran.uz)</a:t>
            </a:r>
          </a:p>
        </p:txBody>
      </p:sp>
      <p:pic>
        <p:nvPicPr>
          <p:cNvPr id="136" name="Рисунок 135">
            <a:extLst>
              <a:ext uri="{FF2B5EF4-FFF2-40B4-BE49-F238E27FC236}">
                <a16:creationId xmlns:a16="http://schemas.microsoft.com/office/drawing/2014/main" id="{002B6A5F-B6FC-42FA-B8CD-B6BD810DFAC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9" y="194627"/>
            <a:ext cx="618268" cy="571500"/>
          </a:xfrm>
          <a:prstGeom prst="rect">
            <a:avLst/>
          </a:prstGeom>
        </p:spPr>
      </p:pic>
      <p:sp>
        <p:nvSpPr>
          <p:cNvPr id="218" name="文本框 128">
            <a:extLst>
              <a:ext uri="{FF2B5EF4-FFF2-40B4-BE49-F238E27FC236}">
                <a16:creationId xmlns:a16="http://schemas.microsoft.com/office/drawing/2014/main" id="{2303C92A-5259-453B-B359-64A7019559FA}"/>
              </a:ext>
            </a:extLst>
          </p:cNvPr>
          <p:cNvSpPr txBox="1"/>
          <p:nvPr/>
        </p:nvSpPr>
        <p:spPr>
          <a:xfrm>
            <a:off x="290381" y="914423"/>
            <a:ext cx="2614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Hujjatlarni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ro‘yxatga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olish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</a:p>
        </p:txBody>
      </p:sp>
      <p:sp>
        <p:nvSpPr>
          <p:cNvPr id="291" name="文本框 128">
            <a:extLst>
              <a:ext uri="{FF2B5EF4-FFF2-40B4-BE49-F238E27FC236}">
                <a16:creationId xmlns:a16="http://schemas.microsoft.com/office/drawing/2014/main" id="{E8C81B2E-8EA5-430A-A549-07BF0B473E79}"/>
              </a:ext>
            </a:extLst>
          </p:cNvPr>
          <p:cNvSpPr txBox="1"/>
          <p:nvPr/>
        </p:nvSpPr>
        <p:spPr>
          <a:xfrm>
            <a:off x="294954" y="2639896"/>
            <a:ext cx="2614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Topshiriqlarga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QR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kodli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ERI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imzo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qo’yish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1F0E57ED-929B-4B9E-83B0-F05B5981A107}"/>
              </a:ext>
            </a:extLst>
          </p:cNvPr>
          <p:cNvGrpSpPr/>
          <p:nvPr/>
        </p:nvGrpSpPr>
        <p:grpSpPr>
          <a:xfrm>
            <a:off x="2943318" y="901696"/>
            <a:ext cx="1402834" cy="5762342"/>
            <a:chOff x="3676743" y="901696"/>
            <a:chExt cx="1402834" cy="5762342"/>
          </a:xfrm>
        </p:grpSpPr>
        <p:sp>
          <p:nvSpPr>
            <p:cNvPr id="146" name="Freeform 5">
              <a:extLst>
                <a:ext uri="{FF2B5EF4-FFF2-40B4-BE49-F238E27FC236}">
                  <a16:creationId xmlns:a16="http://schemas.microsoft.com/office/drawing/2014/main" id="{E99DAC2F-7E19-410A-B6BA-3ED8D550C9F5}"/>
                </a:ext>
              </a:extLst>
            </p:cNvPr>
            <p:cNvSpPr/>
            <p:nvPr/>
          </p:nvSpPr>
          <p:spPr bwMode="auto">
            <a:xfrm rot="10800000">
              <a:off x="3687511" y="6200118"/>
              <a:ext cx="523445" cy="463920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39" tIns="45719" rIns="91439" bIns="45719" numCol="1" anchor="t" anchorCtr="0" compatLnSpc="1"/>
            <a:lstStyle/>
            <a:p>
              <a:pPr defTabSz="1219170">
                <a:defRPr/>
              </a:pPr>
              <a:endParaRPr lang="zh-CN" altLang="en-US" sz="2400" kern="0" dirty="0">
                <a:latin typeface="Cambria" panose="02040503050406030204" pitchFamily="18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1EF17ABB-58D3-4DA5-9266-417CCA84B916}"/>
                </a:ext>
              </a:extLst>
            </p:cNvPr>
            <p:cNvGrpSpPr/>
            <p:nvPr/>
          </p:nvGrpSpPr>
          <p:grpSpPr>
            <a:xfrm>
              <a:off x="3676743" y="901696"/>
              <a:ext cx="1402834" cy="5553243"/>
              <a:chOff x="3676743" y="901696"/>
              <a:chExt cx="1402834" cy="5553243"/>
            </a:xfrm>
          </p:grpSpPr>
          <p:sp>
            <p:nvSpPr>
              <p:cNvPr id="213" name="Freeform 5">
                <a:extLst>
                  <a:ext uri="{FF2B5EF4-FFF2-40B4-BE49-F238E27FC236}">
                    <a16:creationId xmlns:a16="http://schemas.microsoft.com/office/drawing/2014/main" id="{8F1C7B11-450E-4A9A-83B4-39BBDD8197B6}"/>
                  </a:ext>
                </a:extLst>
              </p:cNvPr>
              <p:cNvSpPr/>
              <p:nvPr/>
            </p:nvSpPr>
            <p:spPr bwMode="auto">
              <a:xfrm rot="10800000">
                <a:off x="3694131" y="901696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52" name="Freeform 5">
                <a:extLst>
                  <a:ext uri="{FF2B5EF4-FFF2-40B4-BE49-F238E27FC236}">
                    <a16:creationId xmlns:a16="http://schemas.microsoft.com/office/drawing/2014/main" id="{CE5262CF-43E0-41DF-B8AB-4F7C2B0904BC}"/>
                  </a:ext>
                </a:extLst>
              </p:cNvPr>
              <p:cNvSpPr/>
              <p:nvPr/>
            </p:nvSpPr>
            <p:spPr bwMode="auto">
              <a:xfrm rot="10800000">
                <a:off x="3685712" y="2609671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54" name="Freeform 5">
                <a:extLst>
                  <a:ext uri="{FF2B5EF4-FFF2-40B4-BE49-F238E27FC236}">
                    <a16:creationId xmlns:a16="http://schemas.microsoft.com/office/drawing/2014/main" id="{189F4A3B-E8C6-490E-9993-F8FC0EB668AE}"/>
                  </a:ext>
                </a:extLst>
              </p:cNvPr>
              <p:cNvSpPr/>
              <p:nvPr/>
            </p:nvSpPr>
            <p:spPr bwMode="auto">
              <a:xfrm rot="10800000">
                <a:off x="3679796" y="3538634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23" name="Freeform 5">
                <a:extLst>
                  <a:ext uri="{FF2B5EF4-FFF2-40B4-BE49-F238E27FC236}">
                    <a16:creationId xmlns:a16="http://schemas.microsoft.com/office/drawing/2014/main" id="{1B561883-22D4-4C96-A83C-DDEED36B7B5E}"/>
                  </a:ext>
                </a:extLst>
              </p:cNvPr>
              <p:cNvSpPr/>
              <p:nvPr/>
            </p:nvSpPr>
            <p:spPr bwMode="auto">
              <a:xfrm rot="10800000">
                <a:off x="3676743" y="4438786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grpSp>
            <p:nvGrpSpPr>
              <p:cNvPr id="5" name="Группа 4">
                <a:extLst>
                  <a:ext uri="{FF2B5EF4-FFF2-40B4-BE49-F238E27FC236}">
                    <a16:creationId xmlns:a16="http://schemas.microsoft.com/office/drawing/2014/main" id="{9F03AAFB-958A-4A4D-A2E1-6966CB6843CE}"/>
                  </a:ext>
                </a:extLst>
              </p:cNvPr>
              <p:cNvGrpSpPr/>
              <p:nvPr/>
            </p:nvGrpSpPr>
            <p:grpSpPr>
              <a:xfrm>
                <a:off x="4205041" y="1129867"/>
                <a:ext cx="874536" cy="5325072"/>
                <a:chOff x="4205041" y="1129867"/>
                <a:chExt cx="874536" cy="5325072"/>
              </a:xfrm>
            </p:grpSpPr>
            <p:grpSp>
              <p:nvGrpSpPr>
                <p:cNvPr id="416" name="Группа 415">
                  <a:extLst>
                    <a:ext uri="{FF2B5EF4-FFF2-40B4-BE49-F238E27FC236}">
                      <a16:creationId xmlns:a16="http://schemas.microsoft.com/office/drawing/2014/main" id="{4D61AC70-1258-4016-8A53-CE10CADEDE8E}"/>
                    </a:ext>
                  </a:extLst>
                </p:cNvPr>
                <p:cNvGrpSpPr/>
                <p:nvPr/>
              </p:nvGrpSpPr>
              <p:grpSpPr>
                <a:xfrm rot="10800000">
                  <a:off x="4205042" y="1129867"/>
                  <a:ext cx="874535" cy="5325072"/>
                  <a:chOff x="1800857" y="-1640526"/>
                  <a:chExt cx="1328839" cy="5325072"/>
                </a:xfrm>
              </p:grpSpPr>
              <p:cxnSp>
                <p:nvCxnSpPr>
                  <p:cNvPr id="58" name="Прямая соединительная линия 57">
                    <a:extLst>
                      <a:ext uri="{FF2B5EF4-FFF2-40B4-BE49-F238E27FC236}">
                        <a16:creationId xmlns:a16="http://schemas.microsoft.com/office/drawing/2014/main" id="{A98F4088-1B38-4CC5-9E6B-9F1F6C1434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1809943" y="-1640526"/>
                    <a:ext cx="0" cy="5325072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Прямая соединительная линия 62">
                    <a:extLst>
                      <a:ext uri="{FF2B5EF4-FFF2-40B4-BE49-F238E27FC236}">
                        <a16:creationId xmlns:a16="http://schemas.microsoft.com/office/drawing/2014/main" id="{F1B34FC7-9F80-4707-B217-92D38B94FC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9944" y="1036948"/>
                    <a:ext cx="1319752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Прямая соединительная линия 252">
                    <a:extLst>
                      <a:ext uri="{FF2B5EF4-FFF2-40B4-BE49-F238E27FC236}">
                        <a16:creationId xmlns:a16="http://schemas.microsoft.com/office/drawing/2014/main" id="{C736C25D-B64E-4E09-8A6A-858CF61B07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9944" y="1959073"/>
                    <a:ext cx="1319752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" name="Прямая соединительная линия 254">
                    <a:extLst>
                      <a:ext uri="{FF2B5EF4-FFF2-40B4-BE49-F238E27FC236}">
                        <a16:creationId xmlns:a16="http://schemas.microsoft.com/office/drawing/2014/main" id="{36685A9C-E8D5-4C4E-A103-105F6A3C54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0857" y="2881197"/>
                    <a:ext cx="1319752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Прямая соединительная линия 413">
                    <a:extLst>
                      <a:ext uri="{FF2B5EF4-FFF2-40B4-BE49-F238E27FC236}">
                        <a16:creationId xmlns:a16="http://schemas.microsoft.com/office/drawing/2014/main" id="{83FCFA24-C544-463F-886C-5A16498AE3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0857" y="3684546"/>
                    <a:ext cx="1319753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7" name="Прямая соединительная линия 136">
                  <a:extLst>
                    <a:ext uri="{FF2B5EF4-FFF2-40B4-BE49-F238E27FC236}">
                      <a16:creationId xmlns:a16="http://schemas.microsoft.com/office/drawing/2014/main" id="{CD23DED7-D949-4AE3-B3A6-7DD76C34D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205042" y="4673836"/>
                  <a:ext cx="868555" cy="0"/>
                </a:xfrm>
                <a:prstGeom prst="line">
                  <a:avLst/>
                </a:prstGeom>
                <a:ln/>
              </p:spPr>
              <p:style>
                <a:lnRef idx="1">
                  <a:schemeClr val="accent6">
                    <a:lumMod val="67000"/>
                  </a:schemeClr>
                </a:lnRef>
                <a:fillRef idx="0">
                  <a:schemeClr val="accent6">
                    <a:lumMod val="67000"/>
                  </a:schemeClr>
                </a:fillRef>
                <a:effectRef idx="0">
                  <a:schemeClr val="accent6">
                    <a:lumMod val="67000"/>
                  </a:schemeClr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Прямая соединительная линия 137">
                  <a:extLst>
                    <a:ext uri="{FF2B5EF4-FFF2-40B4-BE49-F238E27FC236}">
                      <a16:creationId xmlns:a16="http://schemas.microsoft.com/office/drawing/2014/main" id="{E7CEB94F-58F8-4E42-AC1C-DC3C71DF9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17578" y="5536237"/>
                  <a:ext cx="856018" cy="388"/>
                </a:xfrm>
                <a:prstGeom prst="line">
                  <a:avLst/>
                </a:prstGeom>
                <a:ln/>
              </p:spPr>
              <p:style>
                <a:lnRef idx="1">
                  <a:schemeClr val="accent6">
                    <a:lumMod val="67000"/>
                  </a:schemeClr>
                </a:lnRef>
                <a:fillRef idx="0">
                  <a:schemeClr val="accent6">
                    <a:lumMod val="67000"/>
                  </a:schemeClr>
                </a:fillRef>
                <a:effectRef idx="0">
                  <a:schemeClr val="accent6">
                    <a:lumMod val="67000"/>
                  </a:schemeClr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Прямая соединительная линия 138">
                  <a:extLst>
                    <a:ext uri="{FF2B5EF4-FFF2-40B4-BE49-F238E27FC236}">
                      <a16:creationId xmlns:a16="http://schemas.microsoft.com/office/drawing/2014/main" id="{6A65206E-EF09-483D-BEF7-AA2879381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205041" y="6454938"/>
                  <a:ext cx="868555" cy="0"/>
                </a:xfrm>
                <a:prstGeom prst="line">
                  <a:avLst/>
                </a:prstGeom>
                <a:ln/>
              </p:spPr>
              <p:style>
                <a:lnRef idx="1">
                  <a:schemeClr val="accent6">
                    <a:lumMod val="67000"/>
                  </a:schemeClr>
                </a:lnRef>
                <a:fillRef idx="0">
                  <a:schemeClr val="accent6">
                    <a:lumMod val="67000"/>
                  </a:schemeClr>
                </a:fillRef>
                <a:effectRef idx="0">
                  <a:schemeClr val="accent6">
                    <a:lumMod val="67000"/>
                  </a:schemeClr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0" name="Freeform 5">
                <a:extLst>
                  <a:ext uri="{FF2B5EF4-FFF2-40B4-BE49-F238E27FC236}">
                    <a16:creationId xmlns:a16="http://schemas.microsoft.com/office/drawing/2014/main" id="{954AD005-6AB7-438D-9C82-F0A5EB854F42}"/>
                  </a:ext>
                </a:extLst>
              </p:cNvPr>
              <p:cNvSpPr/>
              <p:nvPr/>
            </p:nvSpPr>
            <p:spPr bwMode="auto">
              <a:xfrm rot="10800000">
                <a:off x="3694131" y="1696155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44" name="Freeform 5">
                <a:extLst>
                  <a:ext uri="{FF2B5EF4-FFF2-40B4-BE49-F238E27FC236}">
                    <a16:creationId xmlns:a16="http://schemas.microsoft.com/office/drawing/2014/main" id="{57043D18-2244-4572-AC16-5ACD1E796949}"/>
                  </a:ext>
                </a:extLst>
              </p:cNvPr>
              <p:cNvSpPr/>
              <p:nvPr/>
            </p:nvSpPr>
            <p:spPr bwMode="auto">
              <a:xfrm rot="10800000">
                <a:off x="3687511" y="5296618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2B550DC-1120-418F-B220-9B63CFE88EAC}"/>
              </a:ext>
            </a:extLst>
          </p:cNvPr>
          <p:cNvGrpSpPr/>
          <p:nvPr/>
        </p:nvGrpSpPr>
        <p:grpSpPr>
          <a:xfrm>
            <a:off x="7857048" y="905848"/>
            <a:ext cx="1410224" cy="5787017"/>
            <a:chOff x="7028373" y="905848"/>
            <a:chExt cx="1410224" cy="5787017"/>
          </a:xfrm>
        </p:grpSpPr>
        <p:grpSp>
          <p:nvGrpSpPr>
            <p:cNvPr id="195" name="Группа 194">
              <a:extLst>
                <a:ext uri="{FF2B5EF4-FFF2-40B4-BE49-F238E27FC236}">
                  <a16:creationId xmlns:a16="http://schemas.microsoft.com/office/drawing/2014/main" id="{C6AC6FB1-CF46-4202-A542-3618F804AD36}"/>
                </a:ext>
              </a:extLst>
            </p:cNvPr>
            <p:cNvGrpSpPr/>
            <p:nvPr/>
          </p:nvGrpSpPr>
          <p:grpSpPr>
            <a:xfrm rot="10800000">
              <a:off x="7028373" y="1129867"/>
              <a:ext cx="1410224" cy="5562998"/>
              <a:chOff x="3672732" y="911035"/>
              <a:chExt cx="1410224" cy="5562998"/>
            </a:xfrm>
          </p:grpSpPr>
          <p:sp>
            <p:nvSpPr>
              <p:cNvPr id="196" name="Freeform 5">
                <a:extLst>
                  <a:ext uri="{FF2B5EF4-FFF2-40B4-BE49-F238E27FC236}">
                    <a16:creationId xmlns:a16="http://schemas.microsoft.com/office/drawing/2014/main" id="{6B59AFBF-F97E-4D24-AA6F-CF1AD3DAB493}"/>
                  </a:ext>
                </a:extLst>
              </p:cNvPr>
              <p:cNvSpPr/>
              <p:nvPr/>
            </p:nvSpPr>
            <p:spPr bwMode="auto">
              <a:xfrm rot="10800000">
                <a:off x="3679797" y="911035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8" name="Freeform 5">
                <a:extLst>
                  <a:ext uri="{FF2B5EF4-FFF2-40B4-BE49-F238E27FC236}">
                    <a16:creationId xmlns:a16="http://schemas.microsoft.com/office/drawing/2014/main" id="{59EB9D7C-2B7C-4825-9270-E5E198C3CA26}"/>
                  </a:ext>
                </a:extLst>
              </p:cNvPr>
              <p:cNvSpPr/>
              <p:nvPr/>
            </p:nvSpPr>
            <p:spPr bwMode="auto">
              <a:xfrm rot="10800000">
                <a:off x="3678569" y="2687837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9" name="Freeform 5">
                <a:extLst>
                  <a:ext uri="{FF2B5EF4-FFF2-40B4-BE49-F238E27FC236}">
                    <a16:creationId xmlns:a16="http://schemas.microsoft.com/office/drawing/2014/main" id="{F218F32C-BBDE-4691-AE0D-C955C7C0EB18}"/>
                  </a:ext>
                </a:extLst>
              </p:cNvPr>
              <p:cNvSpPr/>
              <p:nvPr/>
            </p:nvSpPr>
            <p:spPr bwMode="auto">
              <a:xfrm rot="10800000">
                <a:off x="3679796" y="3586682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2" name="Freeform 5">
                <a:extLst>
                  <a:ext uri="{FF2B5EF4-FFF2-40B4-BE49-F238E27FC236}">
                    <a16:creationId xmlns:a16="http://schemas.microsoft.com/office/drawing/2014/main" id="{1AD48275-820C-423A-A16C-A06CC82D1767}"/>
                  </a:ext>
                </a:extLst>
              </p:cNvPr>
              <p:cNvSpPr/>
              <p:nvPr/>
            </p:nvSpPr>
            <p:spPr bwMode="auto">
              <a:xfrm rot="10800000">
                <a:off x="3673739" y="4511787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grpSp>
            <p:nvGrpSpPr>
              <p:cNvPr id="204" name="Группа 203">
                <a:extLst>
                  <a:ext uri="{FF2B5EF4-FFF2-40B4-BE49-F238E27FC236}">
                    <a16:creationId xmlns:a16="http://schemas.microsoft.com/office/drawing/2014/main" id="{3ADE8097-BA61-4E99-AEF2-5C99446FB199}"/>
                  </a:ext>
                </a:extLst>
              </p:cNvPr>
              <p:cNvGrpSpPr/>
              <p:nvPr/>
            </p:nvGrpSpPr>
            <p:grpSpPr>
              <a:xfrm>
                <a:off x="4203241" y="1148962"/>
                <a:ext cx="879715" cy="5325071"/>
                <a:chOff x="4203241" y="1148962"/>
                <a:chExt cx="879715" cy="5325071"/>
              </a:xfrm>
            </p:grpSpPr>
            <p:grpSp>
              <p:nvGrpSpPr>
                <p:cNvPr id="212" name="Группа 211">
                  <a:extLst>
                    <a:ext uri="{FF2B5EF4-FFF2-40B4-BE49-F238E27FC236}">
                      <a16:creationId xmlns:a16="http://schemas.microsoft.com/office/drawing/2014/main" id="{0E701F2C-9D65-49BF-8F04-29F62289BE00}"/>
                    </a:ext>
                  </a:extLst>
                </p:cNvPr>
                <p:cNvGrpSpPr/>
                <p:nvPr/>
              </p:nvGrpSpPr>
              <p:grpSpPr>
                <a:xfrm rot="10800000">
                  <a:off x="4205043" y="1148962"/>
                  <a:ext cx="874534" cy="5325071"/>
                  <a:chOff x="1800857" y="-1659620"/>
                  <a:chExt cx="1328837" cy="5325071"/>
                </a:xfrm>
              </p:grpSpPr>
              <p:cxnSp>
                <p:nvCxnSpPr>
                  <p:cNvPr id="217" name="Прямая соединительная линия 216">
                    <a:extLst>
                      <a:ext uri="{FF2B5EF4-FFF2-40B4-BE49-F238E27FC236}">
                        <a16:creationId xmlns:a16="http://schemas.microsoft.com/office/drawing/2014/main" id="{3C6AAD47-9DF0-4A03-97D0-22821CA55F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9943" y="-1659620"/>
                    <a:ext cx="0" cy="5325071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Прямая соединительная линия 221">
                    <a:extLst>
                      <a:ext uri="{FF2B5EF4-FFF2-40B4-BE49-F238E27FC236}">
                        <a16:creationId xmlns:a16="http://schemas.microsoft.com/office/drawing/2014/main" id="{49D93C06-E392-42E7-867E-9A12882210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9939" y="988538"/>
                    <a:ext cx="1310670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Прямая соединительная линия 222">
                    <a:extLst>
                      <a:ext uri="{FF2B5EF4-FFF2-40B4-BE49-F238E27FC236}">
                        <a16:creationId xmlns:a16="http://schemas.microsoft.com/office/drawing/2014/main" id="{84F7B8BF-453B-4FDA-89AE-93DCA24125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9941" y="1884349"/>
                    <a:ext cx="1319753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Прямая соединительная линия 223">
                    <a:extLst>
                      <a:ext uri="{FF2B5EF4-FFF2-40B4-BE49-F238E27FC236}">
                        <a16:creationId xmlns:a16="http://schemas.microsoft.com/office/drawing/2014/main" id="{A5D6ED4E-20D3-446B-96A2-7A9BD31B71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9940" y="2747138"/>
                    <a:ext cx="1319752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Прямая соединительная линия 224">
                    <a:extLst>
                      <a:ext uri="{FF2B5EF4-FFF2-40B4-BE49-F238E27FC236}">
                        <a16:creationId xmlns:a16="http://schemas.microsoft.com/office/drawing/2014/main" id="{28408D30-7B78-4C9D-B3EF-B04602D961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0857" y="3665451"/>
                    <a:ext cx="1319754" cy="0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accent6">
                      <a:lumMod val="67000"/>
                    </a:schemeClr>
                  </a:lnRef>
                  <a:fillRef idx="0">
                    <a:schemeClr val="accent6">
                      <a:lumMod val="67000"/>
                    </a:schemeClr>
                  </a:fillRef>
                  <a:effectRef idx="0">
                    <a:schemeClr val="accent6">
                      <a:lumMod val="67000"/>
                    </a:schemeClr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14" name="Прямая соединительная линия 213">
                  <a:extLst>
                    <a:ext uri="{FF2B5EF4-FFF2-40B4-BE49-F238E27FC236}">
                      <a16:creationId xmlns:a16="http://schemas.microsoft.com/office/drawing/2014/main" id="{DB15B6C1-C7C7-4D7C-A6C5-DB2316038B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203241" y="4748560"/>
                  <a:ext cx="868555" cy="0"/>
                </a:xfrm>
                <a:prstGeom prst="line">
                  <a:avLst/>
                </a:prstGeom>
                <a:ln/>
              </p:spPr>
              <p:style>
                <a:lnRef idx="1">
                  <a:schemeClr val="accent6">
                    <a:lumMod val="67000"/>
                  </a:schemeClr>
                </a:lnRef>
                <a:fillRef idx="0">
                  <a:schemeClr val="accent6">
                    <a:lumMod val="67000"/>
                  </a:schemeClr>
                </a:fillRef>
                <a:effectRef idx="0">
                  <a:schemeClr val="accent6">
                    <a:lumMod val="67000"/>
                  </a:schemeClr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Прямая соединительная линия 214">
                  <a:extLst>
                    <a:ext uri="{FF2B5EF4-FFF2-40B4-BE49-F238E27FC236}">
                      <a16:creationId xmlns:a16="http://schemas.microsoft.com/office/drawing/2014/main" id="{20050829-5F33-427C-9650-154B514DC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214401" y="5670684"/>
                  <a:ext cx="868555" cy="0"/>
                </a:xfrm>
                <a:prstGeom prst="line">
                  <a:avLst/>
                </a:prstGeom>
                <a:ln/>
              </p:spPr>
              <p:style>
                <a:lnRef idx="1">
                  <a:schemeClr val="accent6">
                    <a:lumMod val="67000"/>
                  </a:schemeClr>
                </a:lnRef>
                <a:fillRef idx="0">
                  <a:schemeClr val="accent6">
                    <a:lumMod val="67000"/>
                  </a:schemeClr>
                </a:fillRef>
                <a:effectRef idx="0">
                  <a:schemeClr val="accent6">
                    <a:lumMod val="67000"/>
                  </a:schemeClr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Прямая соединительная линия 215">
                  <a:extLst>
                    <a:ext uri="{FF2B5EF4-FFF2-40B4-BE49-F238E27FC236}">
                      <a16:creationId xmlns:a16="http://schemas.microsoft.com/office/drawing/2014/main" id="{128E9CA9-734C-4947-B188-FDF3D3239F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205041" y="6466092"/>
                  <a:ext cx="868555" cy="0"/>
                </a:xfrm>
                <a:prstGeom prst="line">
                  <a:avLst/>
                </a:prstGeom>
                <a:ln/>
              </p:spPr>
              <p:style>
                <a:lnRef idx="1">
                  <a:schemeClr val="accent6">
                    <a:lumMod val="67000"/>
                  </a:schemeClr>
                </a:lnRef>
                <a:fillRef idx="0">
                  <a:schemeClr val="accent6">
                    <a:lumMod val="67000"/>
                  </a:schemeClr>
                </a:fillRef>
                <a:effectRef idx="0">
                  <a:schemeClr val="accent6">
                    <a:lumMod val="67000"/>
                  </a:schemeClr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5" name="Freeform 5">
                <a:extLst>
                  <a:ext uri="{FF2B5EF4-FFF2-40B4-BE49-F238E27FC236}">
                    <a16:creationId xmlns:a16="http://schemas.microsoft.com/office/drawing/2014/main" id="{40E43BEB-1347-4AAC-B04C-4988BFD0E35D}"/>
                  </a:ext>
                </a:extLst>
              </p:cNvPr>
              <p:cNvSpPr/>
              <p:nvPr/>
            </p:nvSpPr>
            <p:spPr bwMode="auto">
              <a:xfrm rot="10800000">
                <a:off x="3672732" y="1835703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7" name="Freeform 5">
                <a:extLst>
                  <a:ext uri="{FF2B5EF4-FFF2-40B4-BE49-F238E27FC236}">
                    <a16:creationId xmlns:a16="http://schemas.microsoft.com/office/drawing/2014/main" id="{861E3F0E-CCEB-4A38-93EF-7661BC9BFFCB}"/>
                  </a:ext>
                </a:extLst>
              </p:cNvPr>
              <p:cNvSpPr/>
              <p:nvPr/>
            </p:nvSpPr>
            <p:spPr bwMode="auto">
              <a:xfrm rot="10800000">
                <a:off x="3692311" y="5434111"/>
                <a:ext cx="523445" cy="463920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39" tIns="45719" rIns="91439" bIns="45719" numCol="1" anchor="t" anchorCtr="0" compatLnSpc="1"/>
              <a:lstStyle/>
              <a:p>
                <a:pPr defTabSz="1219170">
                  <a:defRPr/>
                </a:pPr>
                <a:endParaRPr lang="zh-CN" altLang="en-US" sz="2400" kern="0" dirty="0">
                  <a:latin typeface="Cambria" panose="02040503050406030204" pitchFamily="18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35" name="Freeform 5">
              <a:extLst>
                <a:ext uri="{FF2B5EF4-FFF2-40B4-BE49-F238E27FC236}">
                  <a16:creationId xmlns:a16="http://schemas.microsoft.com/office/drawing/2014/main" id="{D0597396-6548-4F44-8F80-59BD04106511}"/>
                </a:ext>
              </a:extLst>
            </p:cNvPr>
            <p:cNvSpPr/>
            <p:nvPr/>
          </p:nvSpPr>
          <p:spPr bwMode="auto">
            <a:xfrm>
              <a:off x="7901710" y="905848"/>
              <a:ext cx="523445" cy="463920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39" tIns="45719" rIns="91439" bIns="45719" numCol="1" anchor="t" anchorCtr="0" compatLnSpc="1"/>
            <a:lstStyle/>
            <a:p>
              <a:pPr defTabSz="1219170">
                <a:defRPr/>
              </a:pPr>
              <a:endParaRPr lang="zh-CN" altLang="en-US" sz="2400" kern="0" dirty="0">
                <a:latin typeface="Cambria" panose="02040503050406030204" pitchFamily="18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8" name="文本框 128">
            <a:extLst>
              <a:ext uri="{FF2B5EF4-FFF2-40B4-BE49-F238E27FC236}">
                <a16:creationId xmlns:a16="http://schemas.microsoft.com/office/drawing/2014/main" id="{51711DF6-5F08-40D1-BAB9-5BCE7802E408}"/>
              </a:ext>
            </a:extLst>
          </p:cNvPr>
          <p:cNvSpPr txBox="1"/>
          <p:nvPr/>
        </p:nvSpPr>
        <p:spPr>
          <a:xfrm>
            <a:off x="287363" y="1665941"/>
            <a:ext cx="2614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Topshiriqlarni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shakllantirish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</a:p>
        </p:txBody>
      </p:sp>
      <p:sp>
        <p:nvSpPr>
          <p:cNvPr id="239" name="文本框 128">
            <a:extLst>
              <a:ext uri="{FF2B5EF4-FFF2-40B4-BE49-F238E27FC236}">
                <a16:creationId xmlns:a16="http://schemas.microsoft.com/office/drawing/2014/main" id="{5A644F45-008F-45ED-9058-2D5636A6C1B8}"/>
              </a:ext>
            </a:extLst>
          </p:cNvPr>
          <p:cNvSpPr txBox="1"/>
          <p:nvPr/>
        </p:nvSpPr>
        <p:spPr>
          <a:xfrm>
            <a:off x="294954" y="3538634"/>
            <a:ext cx="26099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Chiquvchi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hujjatlarni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shakllantirish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0" name="文本框 128">
            <a:extLst>
              <a:ext uri="{FF2B5EF4-FFF2-40B4-BE49-F238E27FC236}">
                <a16:creationId xmlns:a16="http://schemas.microsoft.com/office/drawing/2014/main" id="{1FB06C08-115E-4A9E-836E-28FEE78D4ABE}"/>
              </a:ext>
            </a:extLst>
          </p:cNvPr>
          <p:cNvSpPr txBox="1"/>
          <p:nvPr/>
        </p:nvSpPr>
        <p:spPr>
          <a:xfrm>
            <a:off x="290543" y="4370664"/>
            <a:ext cx="26099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Chiquvchi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hujjatlarga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QR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kodli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ERI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imzo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qo’yish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1" name="文本框 128">
            <a:extLst>
              <a:ext uri="{FF2B5EF4-FFF2-40B4-BE49-F238E27FC236}">
                <a16:creationId xmlns:a16="http://schemas.microsoft.com/office/drawing/2014/main" id="{38B94125-F073-457D-8B32-E0A4D7553157}"/>
              </a:ext>
            </a:extLst>
          </p:cNvPr>
          <p:cNvSpPr txBox="1"/>
          <p:nvPr/>
        </p:nvSpPr>
        <p:spPr>
          <a:xfrm>
            <a:off x="286108" y="5236155"/>
            <a:ext cx="26099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187593"/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Edo.ijro.uz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idoralararo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yagona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elektron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blan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integratsi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o‘rnatildi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2" name="文本框 128">
            <a:extLst>
              <a:ext uri="{FF2B5EF4-FFF2-40B4-BE49-F238E27FC236}">
                <a16:creationId xmlns:a16="http://schemas.microsoft.com/office/drawing/2014/main" id="{A9C0131C-4EA6-401C-92FE-2E5F6AF7BB83}"/>
              </a:ext>
            </a:extLst>
          </p:cNvPr>
          <p:cNvSpPr txBox="1"/>
          <p:nvPr/>
        </p:nvSpPr>
        <p:spPr>
          <a:xfrm>
            <a:off x="290543" y="6154856"/>
            <a:ext cx="26099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Tashqi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tashkilotlarga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chiquvchi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xatlarni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yuborish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va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qabul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qilish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3" name="文本框 128">
            <a:extLst>
              <a:ext uri="{FF2B5EF4-FFF2-40B4-BE49-F238E27FC236}">
                <a16:creationId xmlns:a16="http://schemas.microsoft.com/office/drawing/2014/main" id="{52199CBC-24AF-47C6-82EA-79A0D4E0D577}"/>
              </a:ext>
            </a:extLst>
          </p:cNvPr>
          <p:cNvSpPr txBox="1"/>
          <p:nvPr/>
        </p:nvSpPr>
        <p:spPr>
          <a:xfrm>
            <a:off x="9333617" y="827798"/>
            <a:ext cx="26145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Murojaatlarni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ro‘yxatga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olish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va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shakllantirish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</a:p>
        </p:txBody>
      </p:sp>
      <p:sp>
        <p:nvSpPr>
          <p:cNvPr id="244" name="文本框 128">
            <a:extLst>
              <a:ext uri="{FF2B5EF4-FFF2-40B4-BE49-F238E27FC236}">
                <a16:creationId xmlns:a16="http://schemas.microsoft.com/office/drawing/2014/main" id="{D3D6883F-6900-4A88-83C3-6844DA94AE4E}"/>
              </a:ext>
            </a:extLst>
          </p:cNvPr>
          <p:cNvSpPr txBox="1"/>
          <p:nvPr/>
        </p:nvSpPr>
        <p:spPr>
          <a:xfrm>
            <a:off x="9338190" y="2563650"/>
            <a:ext cx="26099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Tizimga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xavfsiz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kirish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va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hujjatlarning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xavfsiz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saqlanish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5" name="文本框 128">
            <a:extLst>
              <a:ext uri="{FF2B5EF4-FFF2-40B4-BE49-F238E27FC236}">
                <a16:creationId xmlns:a16="http://schemas.microsoft.com/office/drawing/2014/main" id="{B96BBF0E-52FF-4364-9BDA-BBE689E58D61}"/>
              </a:ext>
            </a:extLst>
          </p:cNvPr>
          <p:cNvSpPr txBox="1"/>
          <p:nvPr/>
        </p:nvSpPr>
        <p:spPr>
          <a:xfrm>
            <a:off x="9330599" y="1626518"/>
            <a:ext cx="26145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Korxonaning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barcha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ichki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hujjatlarini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orqali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shakllantirish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</a:p>
        </p:txBody>
      </p:sp>
      <p:sp>
        <p:nvSpPr>
          <p:cNvPr id="246" name="文本框 128">
            <a:extLst>
              <a:ext uri="{FF2B5EF4-FFF2-40B4-BE49-F238E27FC236}">
                <a16:creationId xmlns:a16="http://schemas.microsoft.com/office/drawing/2014/main" id="{08767C89-BC14-4BFE-B233-1C7EEC350E81}"/>
              </a:ext>
            </a:extLst>
          </p:cNvPr>
          <p:cNvSpPr txBox="1"/>
          <p:nvPr/>
        </p:nvSpPr>
        <p:spPr>
          <a:xfrm>
            <a:off x="9338190" y="3500782"/>
            <a:ext cx="26099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87593"/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Har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bir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hujjatning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ijrosini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ta‘minlash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maqsadida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ijro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qadamlari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tarixi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ishlab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chiqildi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7" name="文本框 128">
            <a:extLst>
              <a:ext uri="{FF2B5EF4-FFF2-40B4-BE49-F238E27FC236}">
                <a16:creationId xmlns:a16="http://schemas.microsoft.com/office/drawing/2014/main" id="{939D40F9-C728-4487-9E01-C75A87A9AD0A}"/>
              </a:ext>
            </a:extLst>
          </p:cNvPr>
          <p:cNvSpPr txBox="1"/>
          <p:nvPr/>
        </p:nvSpPr>
        <p:spPr>
          <a:xfrm>
            <a:off x="9333779" y="4390031"/>
            <a:ext cx="26099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Hujjatlarning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nazoratini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olib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borish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va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hisobotlarning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excel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formatida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yuklash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8" name="文本框 128">
            <a:extLst>
              <a:ext uri="{FF2B5EF4-FFF2-40B4-BE49-F238E27FC236}">
                <a16:creationId xmlns:a16="http://schemas.microsoft.com/office/drawing/2014/main" id="{245CFDD2-9C13-4426-ABB6-7E3BAC3FD186}"/>
              </a:ext>
            </a:extLst>
          </p:cNvPr>
          <p:cNvSpPr txBox="1"/>
          <p:nvPr/>
        </p:nvSpPr>
        <p:spPr>
          <a:xfrm>
            <a:off x="9329344" y="5299233"/>
            <a:ext cx="26099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87593"/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Hujjatlarning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yillar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kesimida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arxivlash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imkoniyati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49" name="文本框 128">
            <a:extLst>
              <a:ext uri="{FF2B5EF4-FFF2-40B4-BE49-F238E27FC236}">
                <a16:creationId xmlns:a16="http://schemas.microsoft.com/office/drawing/2014/main" id="{F9D6E1C3-96FA-4D50-88F2-4F8AFC823CF9}"/>
              </a:ext>
            </a:extLst>
          </p:cNvPr>
          <p:cNvSpPr txBox="1"/>
          <p:nvPr/>
        </p:nvSpPr>
        <p:spPr>
          <a:xfrm>
            <a:off x="9333779" y="6154856"/>
            <a:ext cx="26099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87593"/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10 000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ortiq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faol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foydalanuvchilarini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inobatga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olgan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holda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tizim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strukturasi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 </a:t>
            </a:r>
            <a:r>
              <a:rPr lang="en-US" altLang="zh-CN" sz="1100" b="1" dirty="0" err="1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yaratildi</a:t>
            </a:r>
            <a:r>
              <a:rPr lang="en-US" altLang="zh-CN" sz="11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.</a:t>
            </a:r>
            <a:endParaRPr lang="ru-RU" altLang="zh-CN" sz="1100" b="1" dirty="0">
              <a:latin typeface="Cambria" panose="02040503050406030204" pitchFamily="18" charset="0"/>
              <a:ea typeface="Cambria" panose="02040503050406030204" pitchFamily="18" charset="0"/>
              <a:cs typeface="+mn-ea"/>
              <a:sym typeface="+mn-lt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1DE417-F3EC-4B71-A385-F2E3D3BF77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049" y="948111"/>
            <a:ext cx="354919" cy="35491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B47E283-3C2E-46B5-8403-AD8DBE88CEB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377" y="1753778"/>
            <a:ext cx="368101" cy="36810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B359A31-844F-47F3-A0CB-029D6FAE05A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325" y="2675911"/>
            <a:ext cx="326607" cy="326607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E32685E-4962-40B4-A94A-223D41AD678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457" y="3609557"/>
            <a:ext cx="335815" cy="33581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CE73CFC-2500-41FD-A75D-3C37F095EAD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639" y="5383836"/>
            <a:ext cx="304802" cy="304802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51D1CAF-69DD-4CCF-889B-BB0758DA47D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251" y="6261318"/>
            <a:ext cx="387239" cy="38723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923DB5A-14BA-4B78-BC4C-22943FAA4C12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750" y="948111"/>
            <a:ext cx="347502" cy="347502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8121BB7-DA80-49AB-8767-BE828D9CC65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349" y="1767182"/>
            <a:ext cx="332067" cy="332067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A4F9508-A94C-443B-9483-CE6C7F4E1AE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783" y="2687894"/>
            <a:ext cx="339155" cy="33915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1B990E09-7882-4E72-94FC-F57792DCEFC7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750" y="3609557"/>
            <a:ext cx="319662" cy="319662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88A72AD-ED48-4FCA-8173-07189F2185ED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901" y="4493727"/>
            <a:ext cx="381150" cy="38115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24D3BCD-8702-44DD-A186-60DF386F33E7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346" y="5376811"/>
            <a:ext cx="300499" cy="300499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8CDCC88D-35BF-4704-84FD-AE99E5D22C8F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555" y="6251244"/>
            <a:ext cx="397313" cy="397313"/>
          </a:xfrm>
          <a:prstGeom prst="rect">
            <a:avLst/>
          </a:prstGeom>
        </p:spPr>
      </p:pic>
      <p:pic>
        <p:nvPicPr>
          <p:cNvPr id="257" name="Рисунок 256">
            <a:extLst>
              <a:ext uri="{FF2B5EF4-FFF2-40B4-BE49-F238E27FC236}">
                <a16:creationId xmlns:a16="http://schemas.microsoft.com/office/drawing/2014/main" id="{F29AF347-B09B-4D3B-8DEE-D6CA65A6F89F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559" y="4477909"/>
            <a:ext cx="385673" cy="385673"/>
          </a:xfrm>
          <a:prstGeom prst="rect">
            <a:avLst/>
          </a:prstGeom>
        </p:spPr>
      </p:pic>
      <p:pic>
        <p:nvPicPr>
          <p:cNvPr id="261" name="Рисунок 260">
            <a:extLst>
              <a:ext uri="{FF2B5EF4-FFF2-40B4-BE49-F238E27FC236}">
                <a16:creationId xmlns:a16="http://schemas.microsoft.com/office/drawing/2014/main" id="{3146D6BF-5EA3-467C-86FB-7E486651B09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283" y="891465"/>
            <a:ext cx="1752184" cy="1752184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3B49279-6EEA-473F-8380-C1FD0B32AF1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94010" y="4532558"/>
            <a:ext cx="3450276" cy="16451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727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2996593-EF21-4426-991E-83D632596C13}"/>
              </a:ext>
            </a:extLst>
          </p:cNvPr>
          <p:cNvSpPr/>
          <p:nvPr/>
        </p:nvSpPr>
        <p:spPr>
          <a:xfrm>
            <a:off x="336550" y="100287"/>
            <a:ext cx="11531600" cy="628650"/>
          </a:xfrm>
          <a:prstGeom prst="roundRect">
            <a:avLst>
              <a:gd name="adj" fmla="val 28788"/>
            </a:avLst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E39E7F-9F7B-4AAB-90EA-7FFB20AABF8B}"/>
              </a:ext>
            </a:extLst>
          </p:cNvPr>
          <p:cNvSpPr/>
          <p:nvPr/>
        </p:nvSpPr>
        <p:spPr>
          <a:xfrm>
            <a:off x="1349323" y="165135"/>
            <a:ext cx="10055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Korxonaning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hujjat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almashinuv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holati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(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Oldin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va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Hozir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6BC78D-8635-4468-8CF0-A61E2BC0B7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9" y="128862"/>
            <a:ext cx="618268" cy="57150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7FE8F1C8-8428-4858-B7B2-8DA31859D237}"/>
              </a:ext>
            </a:extLst>
          </p:cNvPr>
          <p:cNvSpPr txBox="1"/>
          <p:nvPr/>
        </p:nvSpPr>
        <p:spPr>
          <a:xfrm>
            <a:off x="179070" y="1433968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Korxonaning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chiquvchi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qog‘oz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ko‘rinishida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yutilgan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7323A4C6-982A-481B-83FE-5D08F913F9F6}"/>
              </a:ext>
            </a:extLst>
          </p:cNvPr>
          <p:cNvSpPr/>
          <p:nvPr/>
        </p:nvSpPr>
        <p:spPr>
          <a:xfrm>
            <a:off x="4050010" y="1616976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Freeform 5">
            <a:extLst>
              <a:ext uri="{FF2B5EF4-FFF2-40B4-BE49-F238E27FC236}">
                <a16:creationId xmlns:a16="http://schemas.microsoft.com/office/drawing/2014/main" id="{BE202F8F-8F9B-4E11-9C90-3A87B1002728}"/>
              </a:ext>
            </a:extLst>
          </p:cNvPr>
          <p:cNvSpPr/>
          <p:nvPr/>
        </p:nvSpPr>
        <p:spPr bwMode="auto">
          <a:xfrm rot="10800000">
            <a:off x="3276164" y="1310997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CC6159C-E492-41F1-831E-32D2EB9C772D}"/>
              </a:ext>
            </a:extLst>
          </p:cNvPr>
          <p:cNvSpPr txBox="1"/>
          <p:nvPr/>
        </p:nvSpPr>
        <p:spPr>
          <a:xfrm>
            <a:off x="4721593" y="1433968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Korxonaning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chiquvchi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yuritilishi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elektronlashtirildi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04" name="Стрелка: вправо 103">
            <a:extLst>
              <a:ext uri="{FF2B5EF4-FFF2-40B4-BE49-F238E27FC236}">
                <a16:creationId xmlns:a16="http://schemas.microsoft.com/office/drawing/2014/main" id="{CD50AAF3-9397-4F9F-83F0-C21B9A358CED}"/>
              </a:ext>
            </a:extLst>
          </p:cNvPr>
          <p:cNvSpPr/>
          <p:nvPr/>
        </p:nvSpPr>
        <p:spPr>
          <a:xfrm>
            <a:off x="2319224" y="1613441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5" name="Стрелка: вправо 104">
            <a:extLst>
              <a:ext uri="{FF2B5EF4-FFF2-40B4-BE49-F238E27FC236}">
                <a16:creationId xmlns:a16="http://schemas.microsoft.com/office/drawing/2014/main" id="{479B72C0-4875-42B6-A09A-CF3D31F3E35E}"/>
              </a:ext>
            </a:extLst>
          </p:cNvPr>
          <p:cNvSpPr/>
          <p:nvPr/>
        </p:nvSpPr>
        <p:spPr>
          <a:xfrm>
            <a:off x="6735510" y="1613439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F0D309-F44B-466A-9137-DC69DF34F2B3}"/>
              </a:ext>
            </a:extLst>
          </p:cNvPr>
          <p:cNvSpPr txBox="1"/>
          <p:nvPr/>
        </p:nvSpPr>
        <p:spPr>
          <a:xfrm>
            <a:off x="179070" y="3443164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Korxonaning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kiruvchi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yuritilishi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Lotus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orqali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amalga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oshirilgan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C221D7DD-BF09-4008-BA10-4308148FD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647" y="2816899"/>
            <a:ext cx="3964272" cy="18988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8" name="Стрелка: вправо 107">
            <a:extLst>
              <a:ext uri="{FF2B5EF4-FFF2-40B4-BE49-F238E27FC236}">
                <a16:creationId xmlns:a16="http://schemas.microsoft.com/office/drawing/2014/main" id="{FC557A0C-4C25-4957-BD11-1AFB2F699FF4}"/>
              </a:ext>
            </a:extLst>
          </p:cNvPr>
          <p:cNvSpPr/>
          <p:nvPr/>
        </p:nvSpPr>
        <p:spPr>
          <a:xfrm>
            <a:off x="4050010" y="3626172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9" name="Freeform 5">
            <a:extLst>
              <a:ext uri="{FF2B5EF4-FFF2-40B4-BE49-F238E27FC236}">
                <a16:creationId xmlns:a16="http://schemas.microsoft.com/office/drawing/2014/main" id="{13ACA347-673E-4BB2-87F8-1F062593C60F}"/>
              </a:ext>
            </a:extLst>
          </p:cNvPr>
          <p:cNvSpPr/>
          <p:nvPr/>
        </p:nvSpPr>
        <p:spPr bwMode="auto">
          <a:xfrm rot="10800000">
            <a:off x="3276164" y="3320193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53B1A76-FBA8-4C6A-A018-71A6B3742BDD}"/>
              </a:ext>
            </a:extLst>
          </p:cNvPr>
          <p:cNvSpPr txBox="1"/>
          <p:nvPr/>
        </p:nvSpPr>
        <p:spPr>
          <a:xfrm>
            <a:off x="4721593" y="3443164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Korxonaning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kiruvchi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to‘liq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yuritilishi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elektronlashtirildi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34" name="Стрелка: вправо 133">
            <a:extLst>
              <a:ext uri="{FF2B5EF4-FFF2-40B4-BE49-F238E27FC236}">
                <a16:creationId xmlns:a16="http://schemas.microsoft.com/office/drawing/2014/main" id="{B9AD76A9-DB1A-409F-9709-410EC42010C2}"/>
              </a:ext>
            </a:extLst>
          </p:cNvPr>
          <p:cNvSpPr/>
          <p:nvPr/>
        </p:nvSpPr>
        <p:spPr>
          <a:xfrm>
            <a:off x="2319224" y="3622637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8" name="Стрелка: вправо 137">
            <a:extLst>
              <a:ext uri="{FF2B5EF4-FFF2-40B4-BE49-F238E27FC236}">
                <a16:creationId xmlns:a16="http://schemas.microsoft.com/office/drawing/2014/main" id="{D64AE19C-E4DD-4394-8F3A-9C1D1D81863B}"/>
              </a:ext>
            </a:extLst>
          </p:cNvPr>
          <p:cNvSpPr/>
          <p:nvPr/>
        </p:nvSpPr>
        <p:spPr>
          <a:xfrm>
            <a:off x="6735510" y="3622635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F398DEB-3144-4A68-BC92-B18450163439}"/>
              </a:ext>
            </a:extLst>
          </p:cNvPr>
          <p:cNvSpPr txBox="1"/>
          <p:nvPr/>
        </p:nvSpPr>
        <p:spPr>
          <a:xfrm>
            <a:off x="179070" y="5430506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Tarkibiy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bo‘linmalarining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yuritilishi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qog‘oz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ko‘rinishida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amalga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oshirilgan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43" name="Стрелка: вправо 142">
            <a:extLst>
              <a:ext uri="{FF2B5EF4-FFF2-40B4-BE49-F238E27FC236}">
                <a16:creationId xmlns:a16="http://schemas.microsoft.com/office/drawing/2014/main" id="{69E81AFC-C8E0-4B68-AFCD-C6A015D6CBD5}"/>
              </a:ext>
            </a:extLst>
          </p:cNvPr>
          <p:cNvSpPr/>
          <p:nvPr/>
        </p:nvSpPr>
        <p:spPr>
          <a:xfrm>
            <a:off x="4050010" y="5614645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9" name="Freeform 5">
            <a:extLst>
              <a:ext uri="{FF2B5EF4-FFF2-40B4-BE49-F238E27FC236}">
                <a16:creationId xmlns:a16="http://schemas.microsoft.com/office/drawing/2014/main" id="{A4A27C1E-C40B-495C-A272-AE49E4F3BA89}"/>
              </a:ext>
            </a:extLst>
          </p:cNvPr>
          <p:cNvSpPr/>
          <p:nvPr/>
        </p:nvSpPr>
        <p:spPr bwMode="auto">
          <a:xfrm rot="10800000">
            <a:off x="3276164" y="5308666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C6AE3EC-A5E0-43EA-A576-A8879FF95EDF}"/>
              </a:ext>
            </a:extLst>
          </p:cNvPr>
          <p:cNvSpPr txBox="1"/>
          <p:nvPr/>
        </p:nvSpPr>
        <p:spPr>
          <a:xfrm>
            <a:off x="4721593" y="5430506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Tarkibiy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bo‘linmalarining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yuritilishi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elektronlashtirildi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57" name="Стрелка: вправо 156">
            <a:extLst>
              <a:ext uri="{FF2B5EF4-FFF2-40B4-BE49-F238E27FC236}">
                <a16:creationId xmlns:a16="http://schemas.microsoft.com/office/drawing/2014/main" id="{5B888BC6-B758-4778-951C-157E2DF4543C}"/>
              </a:ext>
            </a:extLst>
          </p:cNvPr>
          <p:cNvSpPr/>
          <p:nvPr/>
        </p:nvSpPr>
        <p:spPr>
          <a:xfrm>
            <a:off x="2319224" y="5611110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9" name="Стрелка: вправо 158">
            <a:extLst>
              <a:ext uri="{FF2B5EF4-FFF2-40B4-BE49-F238E27FC236}">
                <a16:creationId xmlns:a16="http://schemas.microsoft.com/office/drawing/2014/main" id="{86F94579-99D8-404E-A932-167018468C5B}"/>
              </a:ext>
            </a:extLst>
          </p:cNvPr>
          <p:cNvSpPr/>
          <p:nvPr/>
        </p:nvSpPr>
        <p:spPr>
          <a:xfrm>
            <a:off x="6735510" y="5611108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A820402-7C0E-48D9-B366-02A21CC0CD4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85" y="3441170"/>
            <a:ext cx="635736" cy="635736"/>
          </a:xfrm>
          <a:prstGeom prst="rect">
            <a:avLst/>
          </a:prstGeom>
        </p:spPr>
      </p:pic>
      <p:pic>
        <p:nvPicPr>
          <p:cNvPr id="165" name="Рисунок 164">
            <a:extLst>
              <a:ext uri="{FF2B5EF4-FFF2-40B4-BE49-F238E27FC236}">
                <a16:creationId xmlns:a16="http://schemas.microsoft.com/office/drawing/2014/main" id="{94376281-6572-4861-B1D4-E9EF8F4D5E0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878" y="1418884"/>
            <a:ext cx="656274" cy="65627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595E5A8-96F8-479F-A31E-BB7BC695A3B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719" y="5439116"/>
            <a:ext cx="627244" cy="6272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C6B3D2-E1F5-4B25-A894-75FDB0C9D9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647" y="4855676"/>
            <a:ext cx="3986622" cy="1894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49BC45-F2DE-4293-BB96-2AB7A6C2D7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647" y="831618"/>
            <a:ext cx="3964272" cy="1881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A8F8E63-51CE-4AD3-A065-4983279B18B5}"/>
              </a:ext>
            </a:extLst>
          </p:cNvPr>
          <p:cNvSpPr/>
          <p:nvPr/>
        </p:nvSpPr>
        <p:spPr>
          <a:xfrm>
            <a:off x="247650" y="845444"/>
            <a:ext cx="780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Oldin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488BC03-1CEB-42BF-8AED-A751B8ADBA2A}"/>
              </a:ext>
            </a:extLst>
          </p:cNvPr>
          <p:cNvSpPr/>
          <p:nvPr/>
        </p:nvSpPr>
        <p:spPr>
          <a:xfrm>
            <a:off x="4994579" y="845444"/>
            <a:ext cx="780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Hozir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AB01CD5-A30D-41B5-B50A-3C65BBADD0B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1560354"/>
            <a:ext cx="398742" cy="39874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A42F9E2-7F69-43C5-B74B-FD7B6398804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3564357"/>
            <a:ext cx="398742" cy="39874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7CA576A-4B76-4CA2-BD71-2BD11CAE0A7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5551702"/>
            <a:ext cx="398742" cy="398742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84E575A9-74CB-4E27-81BC-68095418D2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16" y="1560354"/>
            <a:ext cx="393551" cy="393551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681C468-83F3-40D5-A07C-AFDBC6B25C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38" y="3569548"/>
            <a:ext cx="393551" cy="39355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B3512F3-A8B3-46CB-B8CC-9A76D07303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16" y="5556893"/>
            <a:ext cx="393551" cy="39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82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2996593-EF21-4426-991E-83D632596C13}"/>
              </a:ext>
            </a:extLst>
          </p:cNvPr>
          <p:cNvSpPr/>
          <p:nvPr/>
        </p:nvSpPr>
        <p:spPr>
          <a:xfrm>
            <a:off x="336550" y="100287"/>
            <a:ext cx="11531600" cy="628650"/>
          </a:xfrm>
          <a:prstGeom prst="roundRect">
            <a:avLst>
              <a:gd name="adj" fmla="val 28788"/>
            </a:avLst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E39E7F-9F7B-4AAB-90EA-7FFB20AABF8B}"/>
              </a:ext>
            </a:extLst>
          </p:cNvPr>
          <p:cNvSpPr/>
          <p:nvPr/>
        </p:nvSpPr>
        <p:spPr>
          <a:xfrm>
            <a:off x="1349323" y="165135"/>
            <a:ext cx="10055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Korxonaning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hujjat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almashinuv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holati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(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Oldin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va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Hozir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6BC78D-8635-4468-8CF0-A61E2BC0B7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9" y="128862"/>
            <a:ext cx="618268" cy="57150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7FE8F1C8-8428-4858-B7B2-8DA31859D237}"/>
              </a:ext>
            </a:extLst>
          </p:cNvPr>
          <p:cNvSpPr txBox="1"/>
          <p:nvPr/>
        </p:nvSpPr>
        <p:spPr>
          <a:xfrm>
            <a:off x="179070" y="1346124"/>
            <a:ext cx="2219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Korxonaning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chiquvchi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hujjatlarining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imzolanishi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qog‘oz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ko‘rinishida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amalga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oshirilgan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7323A4C6-982A-481B-83FE-5D08F913F9F6}"/>
              </a:ext>
            </a:extLst>
          </p:cNvPr>
          <p:cNvSpPr/>
          <p:nvPr/>
        </p:nvSpPr>
        <p:spPr>
          <a:xfrm>
            <a:off x="4050010" y="1616976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Freeform 5">
            <a:extLst>
              <a:ext uri="{FF2B5EF4-FFF2-40B4-BE49-F238E27FC236}">
                <a16:creationId xmlns:a16="http://schemas.microsoft.com/office/drawing/2014/main" id="{BE202F8F-8F9B-4E11-9C90-3A87B1002728}"/>
              </a:ext>
            </a:extLst>
          </p:cNvPr>
          <p:cNvSpPr/>
          <p:nvPr/>
        </p:nvSpPr>
        <p:spPr bwMode="auto">
          <a:xfrm rot="10800000">
            <a:off x="3276164" y="1310997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CC6159C-E492-41F1-831E-32D2EB9C772D}"/>
              </a:ext>
            </a:extLst>
          </p:cNvPr>
          <p:cNvSpPr txBox="1"/>
          <p:nvPr/>
        </p:nvSpPr>
        <p:spPr>
          <a:xfrm>
            <a:off x="4721593" y="1372373"/>
            <a:ext cx="2219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Korxonaning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chiquvchi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hujjatlarini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electron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QR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kodli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imzolanishi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yaratildi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04" name="Стрелка: вправо 103">
            <a:extLst>
              <a:ext uri="{FF2B5EF4-FFF2-40B4-BE49-F238E27FC236}">
                <a16:creationId xmlns:a16="http://schemas.microsoft.com/office/drawing/2014/main" id="{CD50AAF3-9397-4F9F-83F0-C21B9A358CED}"/>
              </a:ext>
            </a:extLst>
          </p:cNvPr>
          <p:cNvSpPr/>
          <p:nvPr/>
        </p:nvSpPr>
        <p:spPr>
          <a:xfrm>
            <a:off x="2319224" y="1613441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5" name="Стрелка: вправо 104">
            <a:extLst>
              <a:ext uri="{FF2B5EF4-FFF2-40B4-BE49-F238E27FC236}">
                <a16:creationId xmlns:a16="http://schemas.microsoft.com/office/drawing/2014/main" id="{479B72C0-4875-42B6-A09A-CF3D31F3E35E}"/>
              </a:ext>
            </a:extLst>
          </p:cNvPr>
          <p:cNvSpPr/>
          <p:nvPr/>
        </p:nvSpPr>
        <p:spPr>
          <a:xfrm>
            <a:off x="6735510" y="1613439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F0D309-F44B-466A-9137-DC69DF34F2B3}"/>
              </a:ext>
            </a:extLst>
          </p:cNvPr>
          <p:cNvSpPr txBox="1"/>
          <p:nvPr/>
        </p:nvSpPr>
        <p:spPr>
          <a:xfrm>
            <a:off x="179070" y="3443159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Barcha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topshiriqlarning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imzolanishi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qog‘oz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ko‘rinishida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amalga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oshirilgan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08" name="Стрелка: вправо 107">
            <a:extLst>
              <a:ext uri="{FF2B5EF4-FFF2-40B4-BE49-F238E27FC236}">
                <a16:creationId xmlns:a16="http://schemas.microsoft.com/office/drawing/2014/main" id="{FC557A0C-4C25-4957-BD11-1AFB2F699FF4}"/>
              </a:ext>
            </a:extLst>
          </p:cNvPr>
          <p:cNvSpPr/>
          <p:nvPr/>
        </p:nvSpPr>
        <p:spPr>
          <a:xfrm>
            <a:off x="4050010" y="3626172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9" name="Freeform 5">
            <a:extLst>
              <a:ext uri="{FF2B5EF4-FFF2-40B4-BE49-F238E27FC236}">
                <a16:creationId xmlns:a16="http://schemas.microsoft.com/office/drawing/2014/main" id="{13ACA347-673E-4BB2-87F8-1F062593C60F}"/>
              </a:ext>
            </a:extLst>
          </p:cNvPr>
          <p:cNvSpPr/>
          <p:nvPr/>
        </p:nvSpPr>
        <p:spPr bwMode="auto">
          <a:xfrm rot="10800000">
            <a:off x="3276164" y="3320193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53B1A76-FBA8-4C6A-A018-71A6B3742BDD}"/>
              </a:ext>
            </a:extLst>
          </p:cNvPr>
          <p:cNvSpPr txBox="1"/>
          <p:nvPr/>
        </p:nvSpPr>
        <p:spPr>
          <a:xfrm>
            <a:off x="4721593" y="3443164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Barcha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topshiriqlarning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QR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kodli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imzolanishi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yaratildi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34" name="Стрелка: вправо 133">
            <a:extLst>
              <a:ext uri="{FF2B5EF4-FFF2-40B4-BE49-F238E27FC236}">
                <a16:creationId xmlns:a16="http://schemas.microsoft.com/office/drawing/2014/main" id="{B9AD76A9-DB1A-409F-9709-410EC42010C2}"/>
              </a:ext>
            </a:extLst>
          </p:cNvPr>
          <p:cNvSpPr/>
          <p:nvPr/>
        </p:nvSpPr>
        <p:spPr>
          <a:xfrm>
            <a:off x="2319224" y="3622637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8" name="Стрелка: вправо 137">
            <a:extLst>
              <a:ext uri="{FF2B5EF4-FFF2-40B4-BE49-F238E27FC236}">
                <a16:creationId xmlns:a16="http://schemas.microsoft.com/office/drawing/2014/main" id="{D64AE19C-E4DD-4394-8F3A-9C1D1D81863B}"/>
              </a:ext>
            </a:extLst>
          </p:cNvPr>
          <p:cNvSpPr/>
          <p:nvPr/>
        </p:nvSpPr>
        <p:spPr>
          <a:xfrm>
            <a:off x="6735510" y="3622635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F398DEB-3144-4A68-BC92-B18450163439}"/>
              </a:ext>
            </a:extLst>
          </p:cNvPr>
          <p:cNvSpPr txBox="1"/>
          <p:nvPr/>
        </p:nvSpPr>
        <p:spPr>
          <a:xfrm>
            <a:off x="179070" y="5430506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Hisobotlarning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ko‘rinishini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shakllantirish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mavjud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emas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43" name="Стрелка: вправо 142">
            <a:extLst>
              <a:ext uri="{FF2B5EF4-FFF2-40B4-BE49-F238E27FC236}">
                <a16:creationId xmlns:a16="http://schemas.microsoft.com/office/drawing/2014/main" id="{69E81AFC-C8E0-4B68-AFCD-C6A015D6CBD5}"/>
              </a:ext>
            </a:extLst>
          </p:cNvPr>
          <p:cNvSpPr/>
          <p:nvPr/>
        </p:nvSpPr>
        <p:spPr>
          <a:xfrm>
            <a:off x="4050010" y="5614645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9" name="Freeform 5">
            <a:extLst>
              <a:ext uri="{FF2B5EF4-FFF2-40B4-BE49-F238E27FC236}">
                <a16:creationId xmlns:a16="http://schemas.microsoft.com/office/drawing/2014/main" id="{A4A27C1E-C40B-495C-A272-AE49E4F3BA89}"/>
              </a:ext>
            </a:extLst>
          </p:cNvPr>
          <p:cNvSpPr/>
          <p:nvPr/>
        </p:nvSpPr>
        <p:spPr bwMode="auto">
          <a:xfrm rot="10800000">
            <a:off x="3276164" y="5308666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C6AE3EC-A5E0-43EA-A576-A8879FF95EDF}"/>
              </a:ext>
            </a:extLst>
          </p:cNvPr>
          <p:cNvSpPr txBox="1"/>
          <p:nvPr/>
        </p:nvSpPr>
        <p:spPr>
          <a:xfrm>
            <a:off x="4721593" y="5245839"/>
            <a:ext cx="2219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Hisobotlarning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ko‘rinishini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va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keng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imkoniyatli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tayyor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excel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formalarni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yuklash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imkoniyati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yaratildi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57" name="Стрелка: вправо 156">
            <a:extLst>
              <a:ext uri="{FF2B5EF4-FFF2-40B4-BE49-F238E27FC236}">
                <a16:creationId xmlns:a16="http://schemas.microsoft.com/office/drawing/2014/main" id="{5B888BC6-B758-4778-951C-157E2DF4543C}"/>
              </a:ext>
            </a:extLst>
          </p:cNvPr>
          <p:cNvSpPr/>
          <p:nvPr/>
        </p:nvSpPr>
        <p:spPr>
          <a:xfrm>
            <a:off x="2319224" y="5611110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9" name="Стрелка: вправо 158">
            <a:extLst>
              <a:ext uri="{FF2B5EF4-FFF2-40B4-BE49-F238E27FC236}">
                <a16:creationId xmlns:a16="http://schemas.microsoft.com/office/drawing/2014/main" id="{86F94579-99D8-404E-A932-167018468C5B}"/>
              </a:ext>
            </a:extLst>
          </p:cNvPr>
          <p:cNvSpPr/>
          <p:nvPr/>
        </p:nvSpPr>
        <p:spPr>
          <a:xfrm>
            <a:off x="6735510" y="5611108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A17F2CD-21D5-49AE-8F8D-610C23F8F1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58" y="5405400"/>
            <a:ext cx="696539" cy="69653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1632EF-6310-47AD-A535-6E25D9B1C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648" y="4871637"/>
            <a:ext cx="3964272" cy="1886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EFF2EE6A-BE3D-43D2-B793-BD5D77581EF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021" y="1377062"/>
            <a:ext cx="604405" cy="6044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2072ED-3E22-4A3B-B149-5654F82C3F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647" y="821569"/>
            <a:ext cx="3964272" cy="1877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8D5B28-0D12-47CE-81C5-1D0103A555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648" y="2846806"/>
            <a:ext cx="3964272" cy="1884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3A3D930-55EE-4533-B936-7F282D2B9B2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082" y="3451479"/>
            <a:ext cx="674663" cy="67466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56EE279-6A2A-4374-A700-FEFD385542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16" y="1560354"/>
            <a:ext cx="393551" cy="39355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D2444D5C-FA3F-4A34-94A8-A5A0CAA37A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38" y="3569548"/>
            <a:ext cx="393551" cy="393551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679A026-CFE6-4457-B461-E4D7A29295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16" y="5556893"/>
            <a:ext cx="393551" cy="393551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7F7C913-ED2F-40C9-B11D-7A3360F0F09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1560354"/>
            <a:ext cx="398742" cy="39874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45CB97-EEB2-4A49-A32F-956F6F69359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3564357"/>
            <a:ext cx="398742" cy="39874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6C4B17B-C670-4A26-A318-B617A9F0ED3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5551702"/>
            <a:ext cx="398742" cy="398742"/>
          </a:xfrm>
          <a:prstGeom prst="rect">
            <a:avLst/>
          </a:prstGeom>
        </p:spPr>
      </p:pic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382913E-35FE-40F3-9193-B1BECE205622}"/>
              </a:ext>
            </a:extLst>
          </p:cNvPr>
          <p:cNvSpPr/>
          <p:nvPr/>
        </p:nvSpPr>
        <p:spPr>
          <a:xfrm>
            <a:off x="247650" y="845444"/>
            <a:ext cx="780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Oldin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7BE54D3C-D34A-464F-ABC1-17AFBE429CE5}"/>
              </a:ext>
            </a:extLst>
          </p:cNvPr>
          <p:cNvSpPr/>
          <p:nvPr/>
        </p:nvSpPr>
        <p:spPr>
          <a:xfrm>
            <a:off x="4994579" y="845444"/>
            <a:ext cx="780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Hozir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2996593-EF21-4426-991E-83D632596C13}"/>
              </a:ext>
            </a:extLst>
          </p:cNvPr>
          <p:cNvSpPr/>
          <p:nvPr/>
        </p:nvSpPr>
        <p:spPr>
          <a:xfrm>
            <a:off x="336550" y="100287"/>
            <a:ext cx="11531600" cy="628650"/>
          </a:xfrm>
          <a:prstGeom prst="roundRect">
            <a:avLst>
              <a:gd name="adj" fmla="val 28788"/>
            </a:avLst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E39E7F-9F7B-4AAB-90EA-7FFB20AABF8B}"/>
              </a:ext>
            </a:extLst>
          </p:cNvPr>
          <p:cNvSpPr/>
          <p:nvPr/>
        </p:nvSpPr>
        <p:spPr>
          <a:xfrm>
            <a:off x="1349323" y="165135"/>
            <a:ext cx="10055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Korxonaning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hujjat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almashinuv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holati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(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Oldin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va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Hozir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6BC78D-8635-4468-8CF0-A61E2BC0B7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9" y="128862"/>
            <a:ext cx="618268" cy="57150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7FE8F1C8-8428-4858-B7B2-8DA31859D237}"/>
              </a:ext>
            </a:extLst>
          </p:cNvPr>
          <p:cNvSpPr txBox="1"/>
          <p:nvPr/>
        </p:nvSpPr>
        <p:spPr>
          <a:xfrm>
            <a:off x="179070" y="1433963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imzolash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uchun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ERI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kalitlarini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generatsiya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qilish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tizimi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mavjud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emas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7323A4C6-982A-481B-83FE-5D08F913F9F6}"/>
              </a:ext>
            </a:extLst>
          </p:cNvPr>
          <p:cNvSpPr/>
          <p:nvPr/>
        </p:nvSpPr>
        <p:spPr>
          <a:xfrm>
            <a:off x="4050010" y="1616976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Freeform 5">
            <a:extLst>
              <a:ext uri="{FF2B5EF4-FFF2-40B4-BE49-F238E27FC236}">
                <a16:creationId xmlns:a16="http://schemas.microsoft.com/office/drawing/2014/main" id="{BE202F8F-8F9B-4E11-9C90-3A87B1002728}"/>
              </a:ext>
            </a:extLst>
          </p:cNvPr>
          <p:cNvSpPr/>
          <p:nvPr/>
        </p:nvSpPr>
        <p:spPr bwMode="auto">
          <a:xfrm rot="10800000">
            <a:off x="3276164" y="1310997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CC6159C-E492-41F1-831E-32D2EB9C772D}"/>
              </a:ext>
            </a:extLst>
          </p:cNvPr>
          <p:cNvSpPr txBox="1"/>
          <p:nvPr/>
        </p:nvSpPr>
        <p:spPr>
          <a:xfrm>
            <a:off x="4721593" y="1341629"/>
            <a:ext cx="2219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imzolash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uchun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ERI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kalitlarini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generatsiya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qilish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tizimi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yaratildi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04" name="Стрелка: вправо 103">
            <a:extLst>
              <a:ext uri="{FF2B5EF4-FFF2-40B4-BE49-F238E27FC236}">
                <a16:creationId xmlns:a16="http://schemas.microsoft.com/office/drawing/2014/main" id="{CD50AAF3-9397-4F9F-83F0-C21B9A358CED}"/>
              </a:ext>
            </a:extLst>
          </p:cNvPr>
          <p:cNvSpPr/>
          <p:nvPr/>
        </p:nvSpPr>
        <p:spPr>
          <a:xfrm>
            <a:off x="2319224" y="1613441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5" name="Стрелка: вправо 104">
            <a:extLst>
              <a:ext uri="{FF2B5EF4-FFF2-40B4-BE49-F238E27FC236}">
                <a16:creationId xmlns:a16="http://schemas.microsoft.com/office/drawing/2014/main" id="{479B72C0-4875-42B6-A09A-CF3D31F3E35E}"/>
              </a:ext>
            </a:extLst>
          </p:cNvPr>
          <p:cNvSpPr/>
          <p:nvPr/>
        </p:nvSpPr>
        <p:spPr>
          <a:xfrm>
            <a:off x="6735510" y="1613439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F0D309-F44B-466A-9137-DC69DF34F2B3}"/>
              </a:ext>
            </a:extLst>
          </p:cNvPr>
          <p:cNvSpPr txBox="1"/>
          <p:nvPr/>
        </p:nvSpPr>
        <p:spPr>
          <a:xfrm>
            <a:off x="179070" y="3443159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Tashqi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tashkilotlarga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tizim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orqali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yuborish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imkoniyati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mavjud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emas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  <a:endParaRPr lang="ko-KR" altLang="en-US" sz="1200" dirty="0">
              <a:latin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08" name="Стрелка: вправо 107">
            <a:extLst>
              <a:ext uri="{FF2B5EF4-FFF2-40B4-BE49-F238E27FC236}">
                <a16:creationId xmlns:a16="http://schemas.microsoft.com/office/drawing/2014/main" id="{FC557A0C-4C25-4957-BD11-1AFB2F699FF4}"/>
              </a:ext>
            </a:extLst>
          </p:cNvPr>
          <p:cNvSpPr/>
          <p:nvPr/>
        </p:nvSpPr>
        <p:spPr>
          <a:xfrm>
            <a:off x="4050010" y="3626172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9" name="Freeform 5">
            <a:extLst>
              <a:ext uri="{FF2B5EF4-FFF2-40B4-BE49-F238E27FC236}">
                <a16:creationId xmlns:a16="http://schemas.microsoft.com/office/drawing/2014/main" id="{13ACA347-673E-4BB2-87F8-1F062593C60F}"/>
              </a:ext>
            </a:extLst>
          </p:cNvPr>
          <p:cNvSpPr/>
          <p:nvPr/>
        </p:nvSpPr>
        <p:spPr bwMode="auto">
          <a:xfrm rot="10800000">
            <a:off x="3276164" y="3320193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53B1A76-FBA8-4C6A-A018-71A6B3742BDD}"/>
              </a:ext>
            </a:extLst>
          </p:cNvPr>
          <p:cNvSpPr txBox="1"/>
          <p:nvPr/>
        </p:nvSpPr>
        <p:spPr>
          <a:xfrm>
            <a:off x="4721593" y="3535493"/>
            <a:ext cx="2219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edo.ijro.uz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tizimi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bilan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integratsiya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mavjud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emas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  <a:endParaRPr lang="ko-KR" altLang="en-US" sz="1200" dirty="0">
              <a:latin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34" name="Стрелка: вправо 133">
            <a:extLst>
              <a:ext uri="{FF2B5EF4-FFF2-40B4-BE49-F238E27FC236}">
                <a16:creationId xmlns:a16="http://schemas.microsoft.com/office/drawing/2014/main" id="{B9AD76A9-DB1A-409F-9709-410EC42010C2}"/>
              </a:ext>
            </a:extLst>
          </p:cNvPr>
          <p:cNvSpPr/>
          <p:nvPr/>
        </p:nvSpPr>
        <p:spPr>
          <a:xfrm>
            <a:off x="2319224" y="3622637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8" name="Стрелка: вправо 137">
            <a:extLst>
              <a:ext uri="{FF2B5EF4-FFF2-40B4-BE49-F238E27FC236}">
                <a16:creationId xmlns:a16="http://schemas.microsoft.com/office/drawing/2014/main" id="{D64AE19C-E4DD-4394-8F3A-9C1D1D81863B}"/>
              </a:ext>
            </a:extLst>
          </p:cNvPr>
          <p:cNvSpPr/>
          <p:nvPr/>
        </p:nvSpPr>
        <p:spPr>
          <a:xfrm>
            <a:off x="6735510" y="3622635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F398DEB-3144-4A68-BC92-B18450163439}"/>
              </a:ext>
            </a:extLst>
          </p:cNvPr>
          <p:cNvSpPr txBox="1"/>
          <p:nvPr/>
        </p:nvSpPr>
        <p:spPr>
          <a:xfrm>
            <a:off x="179070" y="5430506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onlayn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tizim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orqali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tahrirlash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imkoniyati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mavjud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emas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43" name="Стрелка: вправо 142">
            <a:extLst>
              <a:ext uri="{FF2B5EF4-FFF2-40B4-BE49-F238E27FC236}">
                <a16:creationId xmlns:a16="http://schemas.microsoft.com/office/drawing/2014/main" id="{69E81AFC-C8E0-4B68-AFCD-C6A015D6CBD5}"/>
              </a:ext>
            </a:extLst>
          </p:cNvPr>
          <p:cNvSpPr/>
          <p:nvPr/>
        </p:nvSpPr>
        <p:spPr>
          <a:xfrm>
            <a:off x="4050010" y="5614645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9" name="Freeform 5">
            <a:extLst>
              <a:ext uri="{FF2B5EF4-FFF2-40B4-BE49-F238E27FC236}">
                <a16:creationId xmlns:a16="http://schemas.microsoft.com/office/drawing/2014/main" id="{A4A27C1E-C40B-495C-A272-AE49E4F3BA89}"/>
              </a:ext>
            </a:extLst>
          </p:cNvPr>
          <p:cNvSpPr/>
          <p:nvPr/>
        </p:nvSpPr>
        <p:spPr bwMode="auto">
          <a:xfrm rot="10800000">
            <a:off x="3276164" y="5308666"/>
            <a:ext cx="950355" cy="892270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39" tIns="45719" rIns="91439" bIns="45719" numCol="1" anchor="t" anchorCtr="0" compatLnSpc="1"/>
          <a:lstStyle/>
          <a:p>
            <a:pPr defTabSz="1219170">
              <a:defRPr/>
            </a:pPr>
            <a:endParaRPr lang="zh-CN" altLang="en-US" sz="2400" kern="0" dirty="0">
              <a:latin typeface="Cambria" panose="020405030504060302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C6AE3EC-A5E0-43EA-A576-A8879FF95EDF}"/>
              </a:ext>
            </a:extLst>
          </p:cNvPr>
          <p:cNvSpPr txBox="1"/>
          <p:nvPr/>
        </p:nvSpPr>
        <p:spPr>
          <a:xfrm>
            <a:off x="4721593" y="5430506"/>
            <a:ext cx="221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Hujjatlarni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onlayn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tizim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orqali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tahrirlash</a:t>
            </a:r>
            <a:b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imkoniyati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200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yaratildi</a:t>
            </a:r>
            <a:r>
              <a:rPr lang="en-US" altLang="ko-KR" sz="12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sp>
        <p:nvSpPr>
          <p:cNvPr id="157" name="Стрелка: вправо 156">
            <a:extLst>
              <a:ext uri="{FF2B5EF4-FFF2-40B4-BE49-F238E27FC236}">
                <a16:creationId xmlns:a16="http://schemas.microsoft.com/office/drawing/2014/main" id="{5B888BC6-B758-4778-951C-157E2DF4543C}"/>
              </a:ext>
            </a:extLst>
          </p:cNvPr>
          <p:cNvSpPr/>
          <p:nvPr/>
        </p:nvSpPr>
        <p:spPr>
          <a:xfrm>
            <a:off x="2319224" y="5611110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9" name="Стрелка: вправо 158">
            <a:extLst>
              <a:ext uri="{FF2B5EF4-FFF2-40B4-BE49-F238E27FC236}">
                <a16:creationId xmlns:a16="http://schemas.microsoft.com/office/drawing/2014/main" id="{86F94579-99D8-404E-A932-167018468C5B}"/>
              </a:ext>
            </a:extLst>
          </p:cNvPr>
          <p:cNvSpPr/>
          <p:nvPr/>
        </p:nvSpPr>
        <p:spPr>
          <a:xfrm>
            <a:off x="6735510" y="5611108"/>
            <a:ext cx="950356" cy="287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B47511D-2E31-4185-A270-AA3D19C2454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51" y="3456154"/>
            <a:ext cx="675002" cy="675002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A17F2CD-21D5-49AE-8F8D-610C23F8F14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58" y="5405400"/>
            <a:ext cx="696539" cy="6965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37B2E3A-D215-4DC7-A518-CD513A178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648" y="842699"/>
            <a:ext cx="3964272" cy="1886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983D4E-FC51-43F0-9094-0D8B1B139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648" y="2871799"/>
            <a:ext cx="3964272" cy="1886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7227A1-1DF0-47AD-AA25-F30050A401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648" y="4882250"/>
            <a:ext cx="3937651" cy="1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0C4B13-EE7E-4E70-B627-671BF0EFB3F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043" y="1447999"/>
            <a:ext cx="586383" cy="58638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17E6974-A7DD-458B-B2E5-1328143F7E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38" y="3569548"/>
            <a:ext cx="393551" cy="39355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57F92C44-E607-4116-9FFF-204651F76B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16" y="5556893"/>
            <a:ext cx="393551" cy="39355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BEAAB9A-70D8-49FA-83EF-550AC9202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16" y="1560354"/>
            <a:ext cx="393551" cy="393551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E87272F-067C-4329-AC0D-A933527B8C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1560354"/>
            <a:ext cx="398742" cy="39874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64072026-8403-48D3-995E-6CF4EF3F7B7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3564357"/>
            <a:ext cx="398742" cy="39874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89FDF4A-A55A-48ED-8F66-38CDE636C51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97" y="5551702"/>
            <a:ext cx="398742" cy="398742"/>
          </a:xfrm>
          <a:prstGeom prst="rect">
            <a:avLst/>
          </a:prstGeom>
        </p:spPr>
      </p:pic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91F4D71-77AF-4232-8043-57DFB38E53E8}"/>
              </a:ext>
            </a:extLst>
          </p:cNvPr>
          <p:cNvSpPr/>
          <p:nvPr/>
        </p:nvSpPr>
        <p:spPr>
          <a:xfrm>
            <a:off x="247650" y="845444"/>
            <a:ext cx="780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Oldin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9C51B88-C395-4DF5-BD76-245B7B05BBBB}"/>
              </a:ext>
            </a:extLst>
          </p:cNvPr>
          <p:cNvSpPr/>
          <p:nvPr/>
        </p:nvSpPr>
        <p:spPr>
          <a:xfrm>
            <a:off x="4994579" y="845444"/>
            <a:ext cx="780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Hozir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835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2996593-EF21-4426-991E-83D632596C13}"/>
              </a:ext>
            </a:extLst>
          </p:cNvPr>
          <p:cNvSpPr/>
          <p:nvPr/>
        </p:nvSpPr>
        <p:spPr>
          <a:xfrm>
            <a:off x="336550" y="100287"/>
            <a:ext cx="11531600" cy="628650"/>
          </a:xfrm>
          <a:prstGeom prst="roundRect">
            <a:avLst>
              <a:gd name="adj" fmla="val 28788"/>
            </a:avLst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E39E7F-9F7B-4AAB-90EA-7FFB20AABF8B}"/>
              </a:ext>
            </a:extLst>
          </p:cNvPr>
          <p:cNvSpPr/>
          <p:nvPr/>
        </p:nvSpPr>
        <p:spPr>
          <a:xfrm>
            <a:off x="1349323" y="165135"/>
            <a:ext cx="10055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Korxonaning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hujjat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almashinuv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holati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(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Hozir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6BC78D-8635-4468-8CF0-A61E2BC0B7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9" y="128862"/>
            <a:ext cx="618268" cy="571500"/>
          </a:xfrm>
          <a:prstGeom prst="rect">
            <a:avLst/>
          </a:prstGeom>
        </p:spPr>
      </p:pic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EDD89A65-FC35-4A0A-8A03-009B39399FA9}"/>
              </a:ext>
            </a:extLst>
          </p:cNvPr>
          <p:cNvSpPr/>
          <p:nvPr/>
        </p:nvSpPr>
        <p:spPr>
          <a:xfrm>
            <a:off x="618159" y="869132"/>
            <a:ext cx="49292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Tizim</a:t>
            </a:r>
            <a:r>
              <a:rPr lang="en-US" sz="2000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orqali</a:t>
            </a:r>
            <a:r>
              <a:rPr lang="en-US" sz="2000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yaratilgan</a:t>
            </a:r>
            <a:r>
              <a:rPr lang="en-US" sz="2000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hujjatlar</a:t>
            </a:r>
            <a:r>
              <a:rPr lang="en-US" sz="2000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statistikasi</a:t>
            </a:r>
            <a:endParaRPr lang="ru-RU" sz="2000" dirty="0">
              <a:solidFill>
                <a:srgbClr val="018689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85D5BB43-0C44-44F9-A9CB-6F82D4FD3CE1}"/>
              </a:ext>
            </a:extLst>
          </p:cNvPr>
          <p:cNvSpPr/>
          <p:nvPr/>
        </p:nvSpPr>
        <p:spPr>
          <a:xfrm>
            <a:off x="710235" y="2948849"/>
            <a:ext cx="387929" cy="387929"/>
          </a:xfrm>
          <a:prstGeom prst="ellipse">
            <a:avLst/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E30D9CA5-C6E2-4E09-85EC-5227050574CB}"/>
              </a:ext>
            </a:extLst>
          </p:cNvPr>
          <p:cNvSpPr/>
          <p:nvPr/>
        </p:nvSpPr>
        <p:spPr>
          <a:xfrm>
            <a:off x="3407662" y="2855925"/>
            <a:ext cx="153873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z-Cyrl-UZ"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12 041</a:t>
            </a:r>
            <a:r>
              <a:rPr lang="en-US" sz="25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ta</a:t>
            </a:r>
            <a:endParaRPr lang="uz-Latn-UZ" sz="3600" b="1" dirty="0" err="1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EEB0D30-35FE-4335-8A5B-62AC724E8974}"/>
              </a:ext>
            </a:extLst>
          </p:cNvPr>
          <p:cNvSpPr/>
          <p:nvPr/>
        </p:nvSpPr>
        <p:spPr>
          <a:xfrm>
            <a:off x="1092135" y="2964599"/>
            <a:ext cx="11033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Jami</a:t>
            </a:r>
            <a:endParaRPr lang="uz-Latn-UZ" sz="1600" b="1" dirty="0" err="1">
              <a:solidFill>
                <a:srgbClr val="018689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4AD97D45-B14C-491E-87DC-A5DF02DAD699}"/>
              </a:ext>
            </a:extLst>
          </p:cNvPr>
          <p:cNvSpPr/>
          <p:nvPr/>
        </p:nvSpPr>
        <p:spPr>
          <a:xfrm>
            <a:off x="3408239" y="1280938"/>
            <a:ext cx="145629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z-Cyrl-UZ"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2 910</a:t>
            </a:r>
            <a:r>
              <a:rPr lang="en-US" sz="25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ta</a:t>
            </a:r>
            <a:endParaRPr lang="uz-Latn-UZ" sz="3600" b="1" dirty="0" err="1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8C2E3AC9-4A99-41E5-B39A-800035BAE8A9}"/>
              </a:ext>
            </a:extLst>
          </p:cNvPr>
          <p:cNvSpPr/>
          <p:nvPr/>
        </p:nvSpPr>
        <p:spPr>
          <a:xfrm>
            <a:off x="1116850" y="1409437"/>
            <a:ext cx="11182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Chiquvchi</a:t>
            </a:r>
            <a:endParaRPr lang="uz-Latn-UZ" sz="1600" b="1" dirty="0" err="1">
              <a:solidFill>
                <a:srgbClr val="018689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FD907105-A398-4A01-84FC-EF4EED542472}"/>
              </a:ext>
            </a:extLst>
          </p:cNvPr>
          <p:cNvSpPr/>
          <p:nvPr/>
        </p:nvSpPr>
        <p:spPr>
          <a:xfrm>
            <a:off x="3407693" y="1776092"/>
            <a:ext cx="153418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z-Cyrl-UZ"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6 610</a:t>
            </a:r>
            <a:r>
              <a:rPr lang="en-US" sz="25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ta</a:t>
            </a:r>
            <a:endParaRPr lang="uz-Latn-UZ" sz="3600" b="1" dirty="0" err="1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36777F88-BCC8-4B94-8C4C-271AD49E23F0}"/>
              </a:ext>
            </a:extLst>
          </p:cNvPr>
          <p:cNvSpPr/>
          <p:nvPr/>
        </p:nvSpPr>
        <p:spPr>
          <a:xfrm>
            <a:off x="1098166" y="1886717"/>
            <a:ext cx="10788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Kiruvchi</a:t>
            </a:r>
            <a:endParaRPr lang="uz-Latn-UZ" sz="1600" b="1" dirty="0" err="1">
              <a:solidFill>
                <a:srgbClr val="018689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8E183CD0-7EB5-4FDB-8CA8-A20D12934C98}"/>
              </a:ext>
            </a:extLst>
          </p:cNvPr>
          <p:cNvSpPr/>
          <p:nvPr/>
        </p:nvSpPr>
        <p:spPr>
          <a:xfrm>
            <a:off x="3407662" y="2215566"/>
            <a:ext cx="153873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z-Cyrl-UZ"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2 521</a:t>
            </a:r>
            <a:r>
              <a:rPr lang="en-US" sz="25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ta</a:t>
            </a:r>
            <a:endParaRPr lang="uz-Latn-UZ" sz="3600" b="1" dirty="0" err="1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F4EF3550-6FA9-4701-90AE-0796539025D1}"/>
              </a:ext>
            </a:extLst>
          </p:cNvPr>
          <p:cNvSpPr/>
          <p:nvPr/>
        </p:nvSpPr>
        <p:spPr>
          <a:xfrm>
            <a:off x="1098165" y="2342641"/>
            <a:ext cx="235660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Ichki</a:t>
            </a:r>
            <a:r>
              <a:rPr lang="en-US" sz="16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xizmat</a:t>
            </a:r>
            <a:r>
              <a:rPr lang="en-US" sz="10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xati</a:t>
            </a:r>
            <a:r>
              <a:rPr lang="en-US" sz="10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,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buyruq</a:t>
            </a:r>
            <a:r>
              <a:rPr lang="en-US" sz="10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,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bildirgi</a:t>
            </a:r>
            <a:r>
              <a:rPr lang="en-US" sz="10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,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ariza</a:t>
            </a:r>
            <a:r>
              <a:rPr lang="en-US" sz="10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,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bayon</a:t>
            </a:r>
            <a:r>
              <a:rPr lang="en-US" sz="10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va</a:t>
            </a:r>
            <a:r>
              <a:rPr lang="en-US" sz="10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0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boshqalar</a:t>
            </a:r>
            <a:endParaRPr lang="uz-Latn-UZ" sz="1000" b="1" dirty="0" err="1">
              <a:solidFill>
                <a:srgbClr val="018689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714A5949-E042-4682-BF13-04341578ED4B}"/>
              </a:ext>
            </a:extLst>
          </p:cNvPr>
          <p:cNvSpPr/>
          <p:nvPr/>
        </p:nvSpPr>
        <p:spPr>
          <a:xfrm>
            <a:off x="710235" y="1391103"/>
            <a:ext cx="387929" cy="387929"/>
          </a:xfrm>
          <a:prstGeom prst="ellipse">
            <a:avLst/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0" name="Овал 99">
            <a:extLst>
              <a:ext uri="{FF2B5EF4-FFF2-40B4-BE49-F238E27FC236}">
                <a16:creationId xmlns:a16="http://schemas.microsoft.com/office/drawing/2014/main" id="{662D2FDD-B1B1-4B2C-8F76-85AD67C0E2E7}"/>
              </a:ext>
            </a:extLst>
          </p:cNvPr>
          <p:cNvSpPr/>
          <p:nvPr/>
        </p:nvSpPr>
        <p:spPr>
          <a:xfrm>
            <a:off x="710235" y="1862561"/>
            <a:ext cx="387929" cy="387929"/>
          </a:xfrm>
          <a:prstGeom prst="ellipse">
            <a:avLst/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Овал 100">
            <a:extLst>
              <a:ext uri="{FF2B5EF4-FFF2-40B4-BE49-F238E27FC236}">
                <a16:creationId xmlns:a16="http://schemas.microsoft.com/office/drawing/2014/main" id="{B07ECB83-8434-4496-B3CA-9B626C095DC0}"/>
              </a:ext>
            </a:extLst>
          </p:cNvPr>
          <p:cNvSpPr/>
          <p:nvPr/>
        </p:nvSpPr>
        <p:spPr>
          <a:xfrm>
            <a:off x="710235" y="2324044"/>
            <a:ext cx="387929" cy="387929"/>
          </a:xfrm>
          <a:prstGeom prst="ellipse">
            <a:avLst/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7CE04C8C-2A29-4A08-880C-5DE370911F12}"/>
              </a:ext>
            </a:extLst>
          </p:cNvPr>
          <p:cNvSpPr/>
          <p:nvPr/>
        </p:nvSpPr>
        <p:spPr>
          <a:xfrm>
            <a:off x="3408238" y="3406914"/>
            <a:ext cx="145629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1 101 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ta</a:t>
            </a:r>
            <a:endParaRPr lang="uz-Latn-UZ" sz="3600" b="1" dirty="0" err="1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06DBAEE-AFCC-4692-AB4F-6AE1ECD4AA69}"/>
              </a:ext>
            </a:extLst>
          </p:cNvPr>
          <p:cNvSpPr/>
          <p:nvPr/>
        </p:nvSpPr>
        <p:spPr>
          <a:xfrm>
            <a:off x="1096537" y="3392522"/>
            <a:ext cx="18176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Foydalanuvchilar</a:t>
            </a:r>
            <a:r>
              <a:rPr lang="en-US" sz="1600" b="1" dirty="0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1600" b="1" dirty="0" err="1">
                <a:solidFill>
                  <a:srgbClr val="01868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soni</a:t>
            </a:r>
            <a:endParaRPr lang="uz-Latn-UZ" sz="1600" b="1" dirty="0" err="1">
              <a:solidFill>
                <a:srgbClr val="018689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4F20C5CE-E753-4394-932B-CF45C28D2E1A}"/>
              </a:ext>
            </a:extLst>
          </p:cNvPr>
          <p:cNvSpPr/>
          <p:nvPr/>
        </p:nvSpPr>
        <p:spPr>
          <a:xfrm>
            <a:off x="710235" y="3504220"/>
            <a:ext cx="387929" cy="387929"/>
          </a:xfrm>
          <a:prstGeom prst="ellipse">
            <a:avLst/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4C55EE5E-AD9B-4FCC-9FF6-FBB27E28CDA4}"/>
              </a:ext>
            </a:extLst>
          </p:cNvPr>
          <p:cNvCxnSpPr>
            <a:cxnSpLocks/>
          </p:cNvCxnSpPr>
          <p:nvPr/>
        </p:nvCxnSpPr>
        <p:spPr>
          <a:xfrm flipH="1">
            <a:off x="710236" y="2870341"/>
            <a:ext cx="4585664" cy="0"/>
          </a:xfrm>
          <a:prstGeom prst="line">
            <a:avLst/>
          </a:prstGeom>
          <a:ln>
            <a:prstDash val="dash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6" name="Рисунок 105">
            <a:extLst>
              <a:ext uri="{FF2B5EF4-FFF2-40B4-BE49-F238E27FC236}">
                <a16:creationId xmlns:a16="http://schemas.microsoft.com/office/drawing/2014/main" id="{ADBF4072-B566-4D36-A6E0-D26B659EFED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2" y="1468950"/>
            <a:ext cx="208882" cy="208882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EBF9F81E-31AD-4753-BBC3-F54A8B0DD9D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97" y="1939812"/>
            <a:ext cx="217476" cy="217476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7FCF1204-2BCF-43F7-A124-88DF34D0CB4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58" y="2404261"/>
            <a:ext cx="215715" cy="215715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80F6E796-3633-456C-9BCD-40EAD180C347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33" y="3025866"/>
            <a:ext cx="233894" cy="233894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462A40BF-7B97-40AD-B9F8-7F367F4A83D9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62" y="3575651"/>
            <a:ext cx="227068" cy="2270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D06A0F-48D7-4111-BFB8-C85282583E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159" y="4038051"/>
            <a:ext cx="5477841" cy="2604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B370A51-D8D9-4067-AE2F-D9CA18B0EF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7018" y="4033369"/>
            <a:ext cx="5488347" cy="26026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FCF6B3-BD89-480E-A333-E15587632DC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7359" y="878307"/>
            <a:ext cx="6318005" cy="2996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863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2996593-EF21-4426-991E-83D632596C13}"/>
              </a:ext>
            </a:extLst>
          </p:cNvPr>
          <p:cNvSpPr/>
          <p:nvPr/>
        </p:nvSpPr>
        <p:spPr>
          <a:xfrm>
            <a:off x="336550" y="100287"/>
            <a:ext cx="11531600" cy="628650"/>
          </a:xfrm>
          <a:prstGeom prst="roundRect">
            <a:avLst>
              <a:gd name="adj" fmla="val 28788"/>
            </a:avLst>
          </a:prstGeom>
          <a:solidFill>
            <a:srgbClr val="0186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E39E7F-9F7B-4AAB-90EA-7FFB20AABF8B}"/>
              </a:ext>
            </a:extLst>
          </p:cNvPr>
          <p:cNvSpPr/>
          <p:nvPr/>
        </p:nvSpPr>
        <p:spPr>
          <a:xfrm>
            <a:off x="1334835" y="199329"/>
            <a:ext cx="102245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Korxonaning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ijro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intizomi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nazorati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elektron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hujjat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almashinuv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tizimida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hujjat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yaratish</a:t>
            </a: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6BC78D-8635-4468-8CF0-A61E2BC0B7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9" y="128862"/>
            <a:ext cx="618268" cy="571500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A58A1185-E604-4354-B822-A463FA56B7E5}"/>
              </a:ext>
            </a:extLst>
          </p:cNvPr>
          <p:cNvSpPr txBox="1"/>
          <p:nvPr/>
        </p:nvSpPr>
        <p:spPr>
          <a:xfrm>
            <a:off x="753442" y="1883770"/>
            <a:ext cx="14821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Xizmat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xati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yaratish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D6E8B81-1846-43E8-842C-FB50953DC240}"/>
              </a:ext>
            </a:extLst>
          </p:cNvPr>
          <p:cNvSpPr txBox="1"/>
          <p:nvPr/>
        </p:nvSpPr>
        <p:spPr>
          <a:xfrm>
            <a:off x="3094608" y="1883770"/>
            <a:ext cx="14821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Onlayn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tahrirlash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BC7636D-0BEE-4210-8808-177DC2926052}"/>
              </a:ext>
            </a:extLst>
          </p:cNvPr>
          <p:cNvSpPr txBox="1"/>
          <p:nvPr/>
        </p:nvSpPr>
        <p:spPr>
          <a:xfrm>
            <a:off x="5007160" y="1883770"/>
            <a:ext cx="179959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Qabul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qiluvchini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tanlash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4F2F903-A8D4-417D-A5CA-0E73DC451C5A}"/>
              </a:ext>
            </a:extLst>
          </p:cNvPr>
          <p:cNvSpPr txBox="1"/>
          <p:nvPr/>
        </p:nvSpPr>
        <p:spPr>
          <a:xfrm>
            <a:off x="9926148" y="1883770"/>
            <a:ext cx="179959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Kelishish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AACEFB2-3EE1-4FC4-8093-180A278BE3C3}"/>
              </a:ext>
            </a:extLst>
          </p:cNvPr>
          <p:cNvSpPr txBox="1"/>
          <p:nvPr/>
        </p:nvSpPr>
        <p:spPr>
          <a:xfrm>
            <a:off x="9501765" y="3708716"/>
            <a:ext cx="111135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Imzolash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951B8A6-7BB9-40FA-849A-7FFDB76257F9}"/>
              </a:ext>
            </a:extLst>
          </p:cNvPr>
          <p:cNvSpPr txBox="1"/>
          <p:nvPr/>
        </p:nvSpPr>
        <p:spPr>
          <a:xfrm>
            <a:off x="6575357" y="3701755"/>
            <a:ext cx="179959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Ijrochi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tomonidan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javob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xati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kiritish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AC3ED0F-7804-4276-A950-ACA42F888EBB}"/>
              </a:ext>
            </a:extLst>
          </p:cNvPr>
          <p:cNvSpPr txBox="1"/>
          <p:nvPr/>
        </p:nvSpPr>
        <p:spPr>
          <a:xfrm>
            <a:off x="4204315" y="3719494"/>
            <a:ext cx="149486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Ilova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yuklash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EE4D1CE-EF0F-44B7-9F54-57CEC898D6AB}"/>
              </a:ext>
            </a:extLst>
          </p:cNvPr>
          <p:cNvSpPr txBox="1"/>
          <p:nvPr/>
        </p:nvSpPr>
        <p:spPr>
          <a:xfrm>
            <a:off x="1980598" y="3711161"/>
            <a:ext cx="120665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Nazoratdan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yechish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9EC4189-AAB8-4878-8EA7-5A047273E4A8}"/>
              </a:ext>
            </a:extLst>
          </p:cNvPr>
          <p:cNvSpPr txBox="1"/>
          <p:nvPr/>
        </p:nvSpPr>
        <p:spPr>
          <a:xfrm>
            <a:off x="3104705" y="5572981"/>
            <a:ext cx="149200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Ijrosi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ta‘minlandi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F3E627E-1833-443D-AC5A-F2ECB6D51762}"/>
              </a:ext>
            </a:extLst>
          </p:cNvPr>
          <p:cNvSpPr txBox="1"/>
          <p:nvPr/>
        </p:nvSpPr>
        <p:spPr>
          <a:xfrm>
            <a:off x="5584749" y="5572981"/>
            <a:ext cx="149200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Qayta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nazoratga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olish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cxnSp>
        <p:nvCxnSpPr>
          <p:cNvPr id="28" name="Straight Connector 1">
            <a:extLst>
              <a:ext uri="{FF2B5EF4-FFF2-40B4-BE49-F238E27FC236}">
                <a16:creationId xmlns:a16="http://schemas.microsoft.com/office/drawing/2014/main" id="{797607AF-9D8A-4E4A-A10D-8B87CE1815A5}"/>
              </a:ext>
            </a:extLst>
          </p:cNvPr>
          <p:cNvCxnSpPr>
            <a:cxnSpLocks/>
          </p:cNvCxnSpPr>
          <p:nvPr/>
        </p:nvCxnSpPr>
        <p:spPr>
          <a:xfrm>
            <a:off x="872036" y="1746636"/>
            <a:ext cx="10469858" cy="0"/>
          </a:xfrm>
          <a:prstGeom prst="line">
            <a:avLst/>
          </a:prstGeom>
          <a:ln w="38100">
            <a:prstDash val="lgDashDot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1">
            <a:extLst>
              <a:ext uri="{FF2B5EF4-FFF2-40B4-BE49-F238E27FC236}">
                <a16:creationId xmlns:a16="http://schemas.microsoft.com/office/drawing/2014/main" id="{69438158-20B5-4186-A5B4-AD5978D4FD85}"/>
              </a:ext>
            </a:extLst>
          </p:cNvPr>
          <p:cNvCxnSpPr>
            <a:cxnSpLocks/>
          </p:cNvCxnSpPr>
          <p:nvPr/>
        </p:nvCxnSpPr>
        <p:spPr>
          <a:xfrm>
            <a:off x="11386648" y="1739693"/>
            <a:ext cx="0" cy="1813855"/>
          </a:xfrm>
          <a:prstGeom prst="line">
            <a:avLst/>
          </a:prstGeom>
          <a:ln w="38100">
            <a:prstDash val="lgDashDot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1">
            <a:extLst>
              <a:ext uri="{FF2B5EF4-FFF2-40B4-BE49-F238E27FC236}">
                <a16:creationId xmlns:a16="http://schemas.microsoft.com/office/drawing/2014/main" id="{BEE1FC41-8C98-4D6B-B7C0-673C999FD6AF}"/>
              </a:ext>
            </a:extLst>
          </p:cNvPr>
          <p:cNvCxnSpPr>
            <a:cxnSpLocks/>
          </p:cNvCxnSpPr>
          <p:nvPr/>
        </p:nvCxnSpPr>
        <p:spPr>
          <a:xfrm>
            <a:off x="1297781" y="3553548"/>
            <a:ext cx="10044113" cy="0"/>
          </a:xfrm>
          <a:prstGeom prst="line">
            <a:avLst/>
          </a:prstGeom>
          <a:ln w="38100">
            <a:prstDash val="lgDashDot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1">
            <a:extLst>
              <a:ext uri="{FF2B5EF4-FFF2-40B4-BE49-F238E27FC236}">
                <a16:creationId xmlns:a16="http://schemas.microsoft.com/office/drawing/2014/main" id="{7F75F0D6-7A0E-40BA-8780-E94BE69B2ACE}"/>
              </a:ext>
            </a:extLst>
          </p:cNvPr>
          <p:cNvCxnSpPr>
            <a:cxnSpLocks/>
          </p:cNvCxnSpPr>
          <p:nvPr/>
        </p:nvCxnSpPr>
        <p:spPr>
          <a:xfrm>
            <a:off x="1251213" y="3539315"/>
            <a:ext cx="0" cy="1948176"/>
          </a:xfrm>
          <a:prstGeom prst="line">
            <a:avLst/>
          </a:prstGeom>
          <a:ln w="38100">
            <a:prstDash val="lgDashDot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1">
            <a:extLst>
              <a:ext uri="{FF2B5EF4-FFF2-40B4-BE49-F238E27FC236}">
                <a16:creationId xmlns:a16="http://schemas.microsoft.com/office/drawing/2014/main" id="{5207575D-1FF2-4907-882D-D160286074C7}"/>
              </a:ext>
            </a:extLst>
          </p:cNvPr>
          <p:cNvCxnSpPr>
            <a:cxnSpLocks/>
          </p:cNvCxnSpPr>
          <p:nvPr/>
        </p:nvCxnSpPr>
        <p:spPr>
          <a:xfrm>
            <a:off x="1297781" y="5487491"/>
            <a:ext cx="5973876" cy="0"/>
          </a:xfrm>
          <a:prstGeom prst="line">
            <a:avLst/>
          </a:prstGeom>
          <a:ln w="38100">
            <a:prstDash val="lgDashDot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DD65330-F193-49D8-BFB4-CE099D80F38D}"/>
              </a:ext>
            </a:extLst>
          </p:cNvPr>
          <p:cNvSpPr txBox="1"/>
          <p:nvPr/>
        </p:nvSpPr>
        <p:spPr>
          <a:xfrm>
            <a:off x="7529115" y="1871627"/>
            <a:ext cx="179959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Ilova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yuklash</a:t>
            </a: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B4E42C-DE77-4831-9409-1C8DEA56D5D1}"/>
              </a:ext>
            </a:extLst>
          </p:cNvPr>
          <p:cNvSpPr txBox="1"/>
          <p:nvPr/>
        </p:nvSpPr>
        <p:spPr>
          <a:xfrm>
            <a:off x="7970347" y="4712365"/>
            <a:ext cx="3590922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Korxona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almashinuv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holati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to‘liq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raqamlashtirildi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  <a:b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</a:br>
            <a:endParaRPr lang="en-US" altLang="ko-KR" sz="14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  <a:p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Chiquvchi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kiruvchi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murojaatlar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ichki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(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bildirgi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arizo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ichki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buyruq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talabnoma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farmoyish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bayon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xizmat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xati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va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boshqa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turdagi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hujjatlarni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elektron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shaklada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tizim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orqali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yuritilishiga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erishildi</a:t>
            </a:r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EC065B-3D12-452B-B3AB-B072AF3CD27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23" y="797686"/>
            <a:ext cx="823960" cy="8239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08D563-6151-4EE4-9FCE-1560EB4231F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697" y="745304"/>
            <a:ext cx="933600" cy="9336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41CE24-F2DC-4D28-9015-99F6513233A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493" y="767867"/>
            <a:ext cx="933600" cy="9336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F942A6B-97AB-463B-A447-E22C6BEA84C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555" y="846911"/>
            <a:ext cx="774735" cy="77473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F704370-DB4E-4900-AFDD-7D49F3D85AA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575" y="822078"/>
            <a:ext cx="774735" cy="774735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FB9E4B7-267F-4F72-B55C-062DB4D8091E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755" y="2315474"/>
            <a:ext cx="1296336" cy="129633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822003E-B6EC-473E-B841-9977D5FB455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189" y="2481687"/>
            <a:ext cx="947314" cy="94731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BF4704F-B897-4D55-A981-FCE94FFCA593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124" y="2404246"/>
            <a:ext cx="1030746" cy="103074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5F14997-D4E7-4328-A07D-9D95010EA3AF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404" y="4193216"/>
            <a:ext cx="1086604" cy="108660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8B93849-DE94-4148-AA22-9C0A4A3BA68E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16" y="4234381"/>
            <a:ext cx="1154311" cy="1154311"/>
          </a:xfrm>
          <a:prstGeom prst="rect">
            <a:avLst/>
          </a:prstGeom>
        </p:spPr>
      </p:pic>
      <p:cxnSp>
        <p:nvCxnSpPr>
          <p:cNvPr id="55" name="Straight Connector 1">
            <a:extLst>
              <a:ext uri="{FF2B5EF4-FFF2-40B4-BE49-F238E27FC236}">
                <a16:creationId xmlns:a16="http://schemas.microsoft.com/office/drawing/2014/main" id="{F77BD906-72EB-4611-9D6B-7B1A2526D194}"/>
              </a:ext>
            </a:extLst>
          </p:cNvPr>
          <p:cNvCxnSpPr>
            <a:cxnSpLocks/>
          </p:cNvCxnSpPr>
          <p:nvPr/>
        </p:nvCxnSpPr>
        <p:spPr>
          <a:xfrm>
            <a:off x="7671253" y="4471755"/>
            <a:ext cx="0" cy="2259971"/>
          </a:xfrm>
          <a:prstGeom prst="line">
            <a:avLst/>
          </a:prstGeom>
          <a:ln w="38100">
            <a:prstDash val="lgDashDot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1">
            <a:extLst>
              <a:ext uri="{FF2B5EF4-FFF2-40B4-BE49-F238E27FC236}">
                <a16:creationId xmlns:a16="http://schemas.microsoft.com/office/drawing/2014/main" id="{C4474C61-B36E-4435-AD94-D2C1C0037A15}"/>
              </a:ext>
            </a:extLst>
          </p:cNvPr>
          <p:cNvCxnSpPr>
            <a:cxnSpLocks/>
          </p:cNvCxnSpPr>
          <p:nvPr/>
        </p:nvCxnSpPr>
        <p:spPr>
          <a:xfrm>
            <a:off x="7762875" y="4456252"/>
            <a:ext cx="3641838" cy="0"/>
          </a:xfrm>
          <a:prstGeom prst="line">
            <a:avLst/>
          </a:prstGeom>
          <a:ln w="38100">
            <a:prstDash val="lgDashDot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A7C95B42-43F3-4700-BD8F-82357B4E3BDD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227" y="2444581"/>
            <a:ext cx="1030747" cy="1030747"/>
          </a:xfrm>
          <a:prstGeom prst="rect">
            <a:avLst/>
          </a:prstGeom>
        </p:spPr>
      </p:pic>
      <p:sp>
        <p:nvSpPr>
          <p:cNvPr id="70" name="Блок-схема: узел 69">
            <a:extLst>
              <a:ext uri="{FF2B5EF4-FFF2-40B4-BE49-F238E27FC236}">
                <a16:creationId xmlns:a16="http://schemas.microsoft.com/office/drawing/2014/main" id="{6D98C692-FE02-4CC1-BF70-5929649CFA0F}"/>
              </a:ext>
            </a:extLst>
          </p:cNvPr>
          <p:cNvSpPr/>
          <p:nvPr/>
        </p:nvSpPr>
        <p:spPr>
          <a:xfrm>
            <a:off x="1382970" y="1657281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Блок-схема: узел 83">
            <a:extLst>
              <a:ext uri="{FF2B5EF4-FFF2-40B4-BE49-F238E27FC236}">
                <a16:creationId xmlns:a16="http://schemas.microsoft.com/office/drawing/2014/main" id="{8EBA7F9A-3539-42AA-A542-CE8CE8377360}"/>
              </a:ext>
            </a:extLst>
          </p:cNvPr>
          <p:cNvSpPr/>
          <p:nvPr/>
        </p:nvSpPr>
        <p:spPr>
          <a:xfrm>
            <a:off x="3735441" y="1657281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5" name="Блок-схема: узел 84">
            <a:extLst>
              <a:ext uri="{FF2B5EF4-FFF2-40B4-BE49-F238E27FC236}">
                <a16:creationId xmlns:a16="http://schemas.microsoft.com/office/drawing/2014/main" id="{6816D1E7-FF73-42D4-8EF9-5AD3ABDA4364}"/>
              </a:ext>
            </a:extLst>
          </p:cNvPr>
          <p:cNvSpPr/>
          <p:nvPr/>
        </p:nvSpPr>
        <p:spPr>
          <a:xfrm>
            <a:off x="5809959" y="1657281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Блок-схема: узел 85">
            <a:extLst>
              <a:ext uri="{FF2B5EF4-FFF2-40B4-BE49-F238E27FC236}">
                <a16:creationId xmlns:a16="http://schemas.microsoft.com/office/drawing/2014/main" id="{A2DA9D76-C1D0-41CB-82B7-7A1EE2C506E9}"/>
              </a:ext>
            </a:extLst>
          </p:cNvPr>
          <p:cNvSpPr/>
          <p:nvPr/>
        </p:nvSpPr>
        <p:spPr>
          <a:xfrm>
            <a:off x="8305814" y="1655180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7" name="Блок-схема: узел 86">
            <a:extLst>
              <a:ext uri="{FF2B5EF4-FFF2-40B4-BE49-F238E27FC236}">
                <a16:creationId xmlns:a16="http://schemas.microsoft.com/office/drawing/2014/main" id="{757961A4-9ED2-4985-8E9A-1E35283BD3F1}"/>
              </a:ext>
            </a:extLst>
          </p:cNvPr>
          <p:cNvSpPr/>
          <p:nvPr/>
        </p:nvSpPr>
        <p:spPr>
          <a:xfrm>
            <a:off x="10772661" y="1654151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Блок-схема: узел 87">
            <a:extLst>
              <a:ext uri="{FF2B5EF4-FFF2-40B4-BE49-F238E27FC236}">
                <a16:creationId xmlns:a16="http://schemas.microsoft.com/office/drawing/2014/main" id="{45938D9F-2DE1-40E7-BD58-7A75EC0A7452}"/>
              </a:ext>
            </a:extLst>
          </p:cNvPr>
          <p:cNvSpPr/>
          <p:nvPr/>
        </p:nvSpPr>
        <p:spPr>
          <a:xfrm>
            <a:off x="10007212" y="3481506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9" name="Блок-схема: узел 88">
            <a:extLst>
              <a:ext uri="{FF2B5EF4-FFF2-40B4-BE49-F238E27FC236}">
                <a16:creationId xmlns:a16="http://schemas.microsoft.com/office/drawing/2014/main" id="{CB9AED77-7831-410F-B575-5E2E512FEACF}"/>
              </a:ext>
            </a:extLst>
          </p:cNvPr>
          <p:cNvSpPr/>
          <p:nvPr/>
        </p:nvSpPr>
        <p:spPr>
          <a:xfrm>
            <a:off x="7414845" y="3470478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Блок-схема: узел 89">
            <a:extLst>
              <a:ext uri="{FF2B5EF4-FFF2-40B4-BE49-F238E27FC236}">
                <a16:creationId xmlns:a16="http://schemas.microsoft.com/office/drawing/2014/main" id="{F12C92F3-6776-4C87-9D7D-A3B950AA660F}"/>
              </a:ext>
            </a:extLst>
          </p:cNvPr>
          <p:cNvSpPr/>
          <p:nvPr/>
        </p:nvSpPr>
        <p:spPr>
          <a:xfrm>
            <a:off x="4862340" y="3468079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Блок-схема: узел 90">
            <a:extLst>
              <a:ext uri="{FF2B5EF4-FFF2-40B4-BE49-F238E27FC236}">
                <a16:creationId xmlns:a16="http://schemas.microsoft.com/office/drawing/2014/main" id="{4F47F067-E3A4-4932-87DE-2352B67F74CD}"/>
              </a:ext>
            </a:extLst>
          </p:cNvPr>
          <p:cNvSpPr/>
          <p:nvPr/>
        </p:nvSpPr>
        <p:spPr>
          <a:xfrm>
            <a:off x="2439485" y="3475328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Блок-схема: узел 91">
            <a:extLst>
              <a:ext uri="{FF2B5EF4-FFF2-40B4-BE49-F238E27FC236}">
                <a16:creationId xmlns:a16="http://schemas.microsoft.com/office/drawing/2014/main" id="{559FA156-4258-4D55-90C2-8C17AB3DCE1D}"/>
              </a:ext>
            </a:extLst>
          </p:cNvPr>
          <p:cNvSpPr/>
          <p:nvPr/>
        </p:nvSpPr>
        <p:spPr>
          <a:xfrm>
            <a:off x="3725121" y="5406078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3" name="Блок-схема: узел 92">
            <a:extLst>
              <a:ext uri="{FF2B5EF4-FFF2-40B4-BE49-F238E27FC236}">
                <a16:creationId xmlns:a16="http://schemas.microsoft.com/office/drawing/2014/main" id="{E99F2AE8-0C2D-4C92-8376-0A09E64DBB3D}"/>
              </a:ext>
            </a:extLst>
          </p:cNvPr>
          <p:cNvSpPr/>
          <p:nvPr/>
        </p:nvSpPr>
        <p:spPr>
          <a:xfrm>
            <a:off x="6242672" y="5406078"/>
            <a:ext cx="154330" cy="1628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5999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525</Words>
  <Application>Microsoft Office PowerPoint</Application>
  <PresentationFormat>Широкоэкранный</PresentationFormat>
  <Paragraphs>68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Абдуллаев Сиёвуш Асқаржон ўғли</dc:creator>
  <cp:lastModifiedBy>Абдуллаев Сиёвуш Асқаржон ўғли</cp:lastModifiedBy>
  <cp:revision>56</cp:revision>
  <dcterms:created xsi:type="dcterms:W3CDTF">2025-02-17T06:46:41Z</dcterms:created>
  <dcterms:modified xsi:type="dcterms:W3CDTF">2025-02-19T08:18:21Z</dcterms:modified>
</cp:coreProperties>
</file>