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712" r:id="rId4"/>
  </p:sldMasterIdLst>
  <p:notesMasterIdLst>
    <p:notesMasterId r:id="rId9"/>
  </p:notesMasterIdLst>
  <p:handoutMasterIdLst>
    <p:handoutMasterId r:id="rId10"/>
  </p:handoutMasterIdLst>
  <p:sldIdLst>
    <p:sldId id="257" r:id="rId5"/>
    <p:sldId id="261" r:id="rId6"/>
    <p:sldId id="277" r:id="rId7"/>
    <p:sldId id="282" r:id="rId8"/>
  </p:sldIdLst>
  <p:sldSz cx="12192000" cy="6858000"/>
  <p:notesSz cx="6858000" cy="9144000"/>
  <p:defaultTextStyle>
    <a:defPPr rtl="0">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580"/>
  </p:normalViewPr>
  <p:slideViewPr>
    <p:cSldViewPr snapToGrid="0" snapToObjects="1">
      <p:cViewPr varScale="1">
        <p:scale>
          <a:sx n="114" d="100"/>
          <a:sy n="114" d="100"/>
        </p:scale>
        <p:origin x="414" y="108"/>
      </p:cViewPr>
      <p:guideLst/>
    </p:cSldViewPr>
  </p:slideViewPr>
  <p:notesTextViewPr>
    <p:cViewPr>
      <p:scale>
        <a:sx n="1" d="1"/>
        <a:sy n="1" d="1"/>
      </p:scale>
      <p:origin x="0" y="0"/>
    </p:cViewPr>
  </p:notesTextViewPr>
  <p:notesViewPr>
    <p:cSldViewPr snapToGrid="0" snapToObjects="1">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D7F597-EB75-478F-A5DC-74E2C4B31B46}" type="doc">
      <dgm:prSet loTypeId="urn:microsoft.com/office/officeart/2005/8/layout/venn1" loCatId="relationship" qsTypeId="urn:microsoft.com/office/officeart/2005/8/quickstyle/3d3" qsCatId="3D" csTypeId="urn:microsoft.com/office/officeart/2005/8/colors/accent0_3" csCatId="mainScheme" phldr="1"/>
      <dgm:spPr/>
    </dgm:pt>
    <dgm:pt modelId="{CF3544C9-BBFD-40CF-B7E0-F8DC27848157}">
      <dgm:prSet phldrT="[Текст]" custT="1"/>
      <dgm:spPr/>
      <dgm:t>
        <a:bodyPr/>
        <a:lstStyle/>
        <a:p>
          <a:r>
            <a:rPr lang="en-US" sz="2400" dirty="0" smtClean="0">
              <a:latin typeface="Times New Roman" panose="02020603050405020304" pitchFamily="18" charset="0"/>
              <a:cs typeface="Times New Roman" panose="02020603050405020304" pitchFamily="18" charset="0"/>
            </a:rPr>
            <a:t>INDIVIDUAL YONDASHUV</a:t>
          </a:r>
          <a:endParaRPr lang="ru-RU" sz="2400" dirty="0">
            <a:latin typeface="Times New Roman" panose="02020603050405020304" pitchFamily="18" charset="0"/>
            <a:cs typeface="Times New Roman" panose="02020603050405020304" pitchFamily="18" charset="0"/>
          </a:endParaRPr>
        </a:p>
      </dgm:t>
    </dgm:pt>
    <dgm:pt modelId="{15C89759-4367-4383-9B97-3B84C050352E}" type="parTrans" cxnId="{3B043B4A-C21D-4A9D-813B-CA343F188983}">
      <dgm:prSet/>
      <dgm:spPr/>
      <dgm:t>
        <a:bodyPr/>
        <a:lstStyle/>
        <a:p>
          <a:endParaRPr lang="ru-RU"/>
        </a:p>
      </dgm:t>
    </dgm:pt>
    <dgm:pt modelId="{62FF2FC1-8C32-4B6C-885B-7F2C72A0BACA}" type="sibTrans" cxnId="{3B043B4A-C21D-4A9D-813B-CA343F188983}">
      <dgm:prSet/>
      <dgm:spPr/>
      <dgm:t>
        <a:bodyPr/>
        <a:lstStyle/>
        <a:p>
          <a:endParaRPr lang="ru-RU"/>
        </a:p>
      </dgm:t>
    </dgm:pt>
    <dgm:pt modelId="{65095CEB-A31B-4D85-B3C9-5D68BC5C1F6D}">
      <dgm:prSet phldrT="[Текст]" custT="1"/>
      <dgm:spPr/>
      <dgm:t>
        <a:bodyPr/>
        <a:lstStyle/>
        <a:p>
          <a:r>
            <a:rPr lang="en-US" sz="2400" dirty="0" smtClean="0">
              <a:latin typeface="Times New Roman" panose="02020603050405020304" pitchFamily="18" charset="0"/>
              <a:cs typeface="Times New Roman" panose="02020603050405020304" pitchFamily="18" charset="0"/>
            </a:rPr>
            <a:t>MOSLASHTIRILGAN MUHIT</a:t>
          </a:r>
          <a:endParaRPr lang="ru-RU" sz="2400" dirty="0">
            <a:latin typeface="Times New Roman" panose="02020603050405020304" pitchFamily="18" charset="0"/>
            <a:cs typeface="Times New Roman" panose="02020603050405020304" pitchFamily="18" charset="0"/>
          </a:endParaRPr>
        </a:p>
      </dgm:t>
    </dgm:pt>
    <dgm:pt modelId="{DA5F5BA5-ACC2-459B-A3F6-F84F9103350D}" type="parTrans" cxnId="{8569431C-4CFD-41A3-8D14-AFA422BF77FF}">
      <dgm:prSet/>
      <dgm:spPr/>
      <dgm:t>
        <a:bodyPr/>
        <a:lstStyle/>
        <a:p>
          <a:endParaRPr lang="ru-RU"/>
        </a:p>
      </dgm:t>
    </dgm:pt>
    <dgm:pt modelId="{9875D663-76A1-4A57-A310-E9AE0D83DE6B}" type="sibTrans" cxnId="{8569431C-4CFD-41A3-8D14-AFA422BF77FF}">
      <dgm:prSet/>
      <dgm:spPr/>
      <dgm:t>
        <a:bodyPr/>
        <a:lstStyle/>
        <a:p>
          <a:endParaRPr lang="ru-RU"/>
        </a:p>
      </dgm:t>
    </dgm:pt>
    <dgm:pt modelId="{270C6A14-1D1E-4F30-98FE-372299464395}">
      <dgm:prSet phldrT="[Текст]" custT="1"/>
      <dgm:spPr/>
      <dgm:t>
        <a:bodyPr/>
        <a:lstStyle/>
        <a:p>
          <a:r>
            <a:rPr lang="en-US" sz="2000" dirty="0" smtClean="0">
              <a:solidFill>
                <a:schemeClr val="tx1"/>
              </a:solidFill>
              <a:latin typeface="Times New Roman" panose="02020603050405020304" pitchFamily="18" charset="0"/>
              <a:cs typeface="Times New Roman" panose="02020603050405020304" pitchFamily="18" charset="0"/>
            </a:rPr>
            <a:t>HAMKORLIK</a:t>
          </a:r>
          <a:endParaRPr lang="ru-RU" sz="2000" dirty="0">
            <a:solidFill>
              <a:schemeClr val="tx1"/>
            </a:solidFill>
            <a:latin typeface="Times New Roman" panose="02020603050405020304" pitchFamily="18" charset="0"/>
            <a:cs typeface="Times New Roman" panose="02020603050405020304" pitchFamily="18" charset="0"/>
          </a:endParaRPr>
        </a:p>
      </dgm:t>
    </dgm:pt>
    <dgm:pt modelId="{CEC6796B-F02E-43BB-8518-067A846D28D2}" type="parTrans" cxnId="{42029EB1-22DC-4D69-8483-42E434CCD2F5}">
      <dgm:prSet/>
      <dgm:spPr/>
      <dgm:t>
        <a:bodyPr/>
        <a:lstStyle/>
        <a:p>
          <a:endParaRPr lang="ru-RU"/>
        </a:p>
      </dgm:t>
    </dgm:pt>
    <dgm:pt modelId="{FF6689B1-131D-4D2F-8A7B-6CE8E628CD41}" type="sibTrans" cxnId="{42029EB1-22DC-4D69-8483-42E434CCD2F5}">
      <dgm:prSet/>
      <dgm:spPr/>
      <dgm:t>
        <a:bodyPr/>
        <a:lstStyle/>
        <a:p>
          <a:endParaRPr lang="ru-RU"/>
        </a:p>
      </dgm:t>
    </dgm:pt>
    <dgm:pt modelId="{B52C3794-EA91-4FBD-B2FA-841481B3BF82}" type="pres">
      <dgm:prSet presAssocID="{3CD7F597-EB75-478F-A5DC-74E2C4B31B46}" presName="compositeShape" presStyleCnt="0">
        <dgm:presLayoutVars>
          <dgm:chMax val="7"/>
          <dgm:dir/>
          <dgm:resizeHandles val="exact"/>
        </dgm:presLayoutVars>
      </dgm:prSet>
      <dgm:spPr/>
    </dgm:pt>
    <dgm:pt modelId="{D4A35DD7-B37D-485E-AB57-9417B34A47AF}" type="pres">
      <dgm:prSet presAssocID="{CF3544C9-BBFD-40CF-B7E0-F8DC27848157}" presName="circ1" presStyleLbl="vennNode1" presStyleIdx="0" presStyleCnt="3" custLinFactNeighborX="1840" custLinFactNeighborY="1534"/>
      <dgm:spPr/>
    </dgm:pt>
    <dgm:pt modelId="{D9D5148B-1327-4E66-B69A-DCA784B87F9E}" type="pres">
      <dgm:prSet presAssocID="{CF3544C9-BBFD-40CF-B7E0-F8DC27848157}" presName="circ1Tx" presStyleLbl="revTx" presStyleIdx="0" presStyleCnt="0">
        <dgm:presLayoutVars>
          <dgm:chMax val="0"/>
          <dgm:chPref val="0"/>
          <dgm:bulletEnabled val="1"/>
        </dgm:presLayoutVars>
      </dgm:prSet>
      <dgm:spPr/>
    </dgm:pt>
    <dgm:pt modelId="{97209626-0ACA-49AD-93E6-78AABB220527}" type="pres">
      <dgm:prSet presAssocID="{65095CEB-A31B-4D85-B3C9-5D68BC5C1F6D}" presName="circ2" presStyleLbl="vennNode1" presStyleIdx="1" presStyleCnt="3"/>
      <dgm:spPr/>
    </dgm:pt>
    <dgm:pt modelId="{37BE3105-EDB8-445F-892C-0C38CBC51AE0}" type="pres">
      <dgm:prSet presAssocID="{65095CEB-A31B-4D85-B3C9-5D68BC5C1F6D}" presName="circ2Tx" presStyleLbl="revTx" presStyleIdx="0" presStyleCnt="0">
        <dgm:presLayoutVars>
          <dgm:chMax val="0"/>
          <dgm:chPref val="0"/>
          <dgm:bulletEnabled val="1"/>
        </dgm:presLayoutVars>
      </dgm:prSet>
      <dgm:spPr/>
    </dgm:pt>
    <dgm:pt modelId="{D6A7B803-F8D5-4FA5-A6D5-E82333A4AE94}" type="pres">
      <dgm:prSet presAssocID="{270C6A14-1D1E-4F30-98FE-372299464395}" presName="circ3" presStyleLbl="vennNode1" presStyleIdx="2" presStyleCnt="3" custLinFactNeighborX="-586" custLinFactNeighborY="521"/>
      <dgm:spPr/>
    </dgm:pt>
    <dgm:pt modelId="{370BF17E-0C99-4800-8CFD-2424C8E7D768}" type="pres">
      <dgm:prSet presAssocID="{270C6A14-1D1E-4F30-98FE-372299464395}" presName="circ3Tx" presStyleLbl="revTx" presStyleIdx="0" presStyleCnt="0">
        <dgm:presLayoutVars>
          <dgm:chMax val="0"/>
          <dgm:chPref val="0"/>
          <dgm:bulletEnabled val="1"/>
        </dgm:presLayoutVars>
      </dgm:prSet>
      <dgm:spPr/>
    </dgm:pt>
  </dgm:ptLst>
  <dgm:cxnLst>
    <dgm:cxn modelId="{9B317A56-C384-47C4-98C4-EB45963C33A7}" type="presOf" srcId="{CF3544C9-BBFD-40CF-B7E0-F8DC27848157}" destId="{D4A35DD7-B37D-485E-AB57-9417B34A47AF}" srcOrd="0" destOrd="0" presId="urn:microsoft.com/office/officeart/2005/8/layout/venn1"/>
    <dgm:cxn modelId="{42029EB1-22DC-4D69-8483-42E434CCD2F5}" srcId="{3CD7F597-EB75-478F-A5DC-74E2C4B31B46}" destId="{270C6A14-1D1E-4F30-98FE-372299464395}" srcOrd="2" destOrd="0" parTransId="{CEC6796B-F02E-43BB-8518-067A846D28D2}" sibTransId="{FF6689B1-131D-4D2F-8A7B-6CE8E628CD41}"/>
    <dgm:cxn modelId="{A7A9B81E-0CCD-40E8-9239-6B54BF337AAB}" type="presOf" srcId="{270C6A14-1D1E-4F30-98FE-372299464395}" destId="{D6A7B803-F8D5-4FA5-A6D5-E82333A4AE94}" srcOrd="0" destOrd="0" presId="urn:microsoft.com/office/officeart/2005/8/layout/venn1"/>
    <dgm:cxn modelId="{645DC82D-C630-493B-B4A7-CEEC7821EAFF}" type="presOf" srcId="{3CD7F597-EB75-478F-A5DC-74E2C4B31B46}" destId="{B52C3794-EA91-4FBD-B2FA-841481B3BF82}" srcOrd="0" destOrd="0" presId="urn:microsoft.com/office/officeart/2005/8/layout/venn1"/>
    <dgm:cxn modelId="{9F1903DF-FE76-41F5-97F4-116BB45A2A43}" type="presOf" srcId="{65095CEB-A31B-4D85-B3C9-5D68BC5C1F6D}" destId="{37BE3105-EDB8-445F-892C-0C38CBC51AE0}" srcOrd="1" destOrd="0" presId="urn:microsoft.com/office/officeart/2005/8/layout/venn1"/>
    <dgm:cxn modelId="{65AB7568-AC9E-4F3A-B43C-8A591D28E023}" type="presOf" srcId="{270C6A14-1D1E-4F30-98FE-372299464395}" destId="{370BF17E-0C99-4800-8CFD-2424C8E7D768}" srcOrd="1" destOrd="0" presId="urn:microsoft.com/office/officeart/2005/8/layout/venn1"/>
    <dgm:cxn modelId="{3B043B4A-C21D-4A9D-813B-CA343F188983}" srcId="{3CD7F597-EB75-478F-A5DC-74E2C4B31B46}" destId="{CF3544C9-BBFD-40CF-B7E0-F8DC27848157}" srcOrd="0" destOrd="0" parTransId="{15C89759-4367-4383-9B97-3B84C050352E}" sibTransId="{62FF2FC1-8C32-4B6C-885B-7F2C72A0BACA}"/>
    <dgm:cxn modelId="{8569431C-4CFD-41A3-8D14-AFA422BF77FF}" srcId="{3CD7F597-EB75-478F-A5DC-74E2C4B31B46}" destId="{65095CEB-A31B-4D85-B3C9-5D68BC5C1F6D}" srcOrd="1" destOrd="0" parTransId="{DA5F5BA5-ACC2-459B-A3F6-F84F9103350D}" sibTransId="{9875D663-76A1-4A57-A310-E9AE0D83DE6B}"/>
    <dgm:cxn modelId="{1A04C2E0-41BA-49A9-A222-AB255F68FD2E}" type="presOf" srcId="{65095CEB-A31B-4D85-B3C9-5D68BC5C1F6D}" destId="{97209626-0ACA-49AD-93E6-78AABB220527}" srcOrd="0" destOrd="0" presId="urn:microsoft.com/office/officeart/2005/8/layout/venn1"/>
    <dgm:cxn modelId="{3DD5370E-CE5A-495B-AAED-25F7012CE5A8}" type="presOf" srcId="{CF3544C9-BBFD-40CF-B7E0-F8DC27848157}" destId="{D9D5148B-1327-4E66-B69A-DCA784B87F9E}" srcOrd="1" destOrd="0" presId="urn:microsoft.com/office/officeart/2005/8/layout/venn1"/>
    <dgm:cxn modelId="{43FC9BE9-F58B-4A82-9725-AC384CFA00D7}" type="presParOf" srcId="{B52C3794-EA91-4FBD-B2FA-841481B3BF82}" destId="{D4A35DD7-B37D-485E-AB57-9417B34A47AF}" srcOrd="0" destOrd="0" presId="urn:microsoft.com/office/officeart/2005/8/layout/venn1"/>
    <dgm:cxn modelId="{07E70B65-9F91-4103-9936-D5CDE59C2415}" type="presParOf" srcId="{B52C3794-EA91-4FBD-B2FA-841481B3BF82}" destId="{D9D5148B-1327-4E66-B69A-DCA784B87F9E}" srcOrd="1" destOrd="0" presId="urn:microsoft.com/office/officeart/2005/8/layout/venn1"/>
    <dgm:cxn modelId="{4181413C-A71D-4B1F-8D8D-6974E32D8D5E}" type="presParOf" srcId="{B52C3794-EA91-4FBD-B2FA-841481B3BF82}" destId="{97209626-0ACA-49AD-93E6-78AABB220527}" srcOrd="2" destOrd="0" presId="urn:microsoft.com/office/officeart/2005/8/layout/venn1"/>
    <dgm:cxn modelId="{BD238ADB-59C5-4BE3-A47E-CC50DDC30B9F}" type="presParOf" srcId="{B52C3794-EA91-4FBD-B2FA-841481B3BF82}" destId="{37BE3105-EDB8-445F-892C-0C38CBC51AE0}" srcOrd="3" destOrd="0" presId="urn:microsoft.com/office/officeart/2005/8/layout/venn1"/>
    <dgm:cxn modelId="{7A171D6A-4C9F-48FF-8261-CB35595327A2}" type="presParOf" srcId="{B52C3794-EA91-4FBD-B2FA-841481B3BF82}" destId="{D6A7B803-F8D5-4FA5-A6D5-E82333A4AE94}" srcOrd="4" destOrd="0" presId="urn:microsoft.com/office/officeart/2005/8/layout/venn1"/>
    <dgm:cxn modelId="{A453B3F5-E739-4703-AF75-01D07E435608}" type="presParOf" srcId="{B52C3794-EA91-4FBD-B2FA-841481B3BF82}" destId="{370BF17E-0C99-4800-8CFD-2424C8E7D768}"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87562D-870C-46C8-96F4-193A9959456C}" type="doc">
      <dgm:prSet loTypeId="urn:microsoft.com/office/officeart/2005/8/layout/vList6" loCatId="list" qsTypeId="urn:microsoft.com/office/officeart/2005/8/quickstyle/simple3" qsCatId="simple" csTypeId="urn:microsoft.com/office/officeart/2005/8/colors/accent0_3" csCatId="mainScheme" phldr="1"/>
      <dgm:spPr/>
      <dgm:t>
        <a:bodyPr/>
        <a:lstStyle/>
        <a:p>
          <a:endParaRPr lang="ru-RU"/>
        </a:p>
      </dgm:t>
    </dgm:pt>
    <dgm:pt modelId="{7DDB86A4-0AE3-4630-AACB-0ADA23677B35}">
      <dgm:prSet phldrT="[Текст]"/>
      <dgm:spPr/>
      <dgm:t>
        <a:bodyPr/>
        <a:lstStyle/>
        <a:p>
          <a:pPr algn="ctr"/>
          <a:r>
            <a:rPr lang="en-US" b="1" dirty="0" smtClean="0">
              <a:latin typeface="Times New Roman" panose="02020603050405020304" pitchFamily="18" charset="0"/>
              <a:cs typeface="Times New Roman" panose="02020603050405020304" pitchFamily="18" charset="0"/>
            </a:rPr>
            <a:t>SAN’AT VA MUSIQA VOSITALARI</a:t>
          </a:r>
          <a:endParaRPr lang="ru-RU" b="1" dirty="0">
            <a:latin typeface="Times New Roman" panose="02020603050405020304" pitchFamily="18" charset="0"/>
            <a:cs typeface="Times New Roman" panose="02020603050405020304" pitchFamily="18" charset="0"/>
          </a:endParaRPr>
        </a:p>
      </dgm:t>
    </dgm:pt>
    <dgm:pt modelId="{0BB4A92E-ED30-4389-A396-98C06F16C848}" type="parTrans" cxnId="{202F5BC3-9DC6-4B8F-B1E4-39890EC42D56}">
      <dgm:prSet/>
      <dgm:spPr/>
      <dgm:t>
        <a:bodyPr/>
        <a:lstStyle/>
        <a:p>
          <a:endParaRPr lang="ru-RU"/>
        </a:p>
      </dgm:t>
    </dgm:pt>
    <dgm:pt modelId="{C7210C37-A5D7-493A-BE03-7DF3D81BBC95}" type="sibTrans" cxnId="{202F5BC3-9DC6-4B8F-B1E4-39890EC42D56}">
      <dgm:prSet/>
      <dgm:spPr/>
      <dgm:t>
        <a:bodyPr/>
        <a:lstStyle/>
        <a:p>
          <a:endParaRPr lang="ru-RU"/>
        </a:p>
      </dgm:t>
    </dgm:pt>
    <dgm:pt modelId="{61816CE4-DD01-4418-89C2-2F42C0DF5E31}">
      <dgm:prSet phldrT="[Текст]"/>
      <dgm:spPr/>
      <dgm:t>
        <a:bodyPr/>
        <a:lstStyle/>
        <a:p>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Bolalarga</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visual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eshitish</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orqali</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ta’lim</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berish</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uchun</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maxsus</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san’at</a:t>
          </a:r>
          <a:r>
            <a:rPr lang="en-US" dirty="0" smtClean="0"/>
            <a:t>.</a:t>
          </a:r>
          <a:endParaRPr lang="ru-RU" dirty="0"/>
        </a:p>
      </dgm:t>
    </dgm:pt>
    <dgm:pt modelId="{8140EDF2-0100-4B98-8C21-EBB278EA5464}" type="parTrans" cxnId="{4C37F9FF-46F0-45A2-8E16-95E1498ACB6F}">
      <dgm:prSet/>
      <dgm:spPr/>
      <dgm:t>
        <a:bodyPr/>
        <a:lstStyle/>
        <a:p>
          <a:endParaRPr lang="ru-RU"/>
        </a:p>
      </dgm:t>
    </dgm:pt>
    <dgm:pt modelId="{595F2440-0EE4-46FE-9F25-06B79F48DC2A}" type="sibTrans" cxnId="{4C37F9FF-46F0-45A2-8E16-95E1498ACB6F}">
      <dgm:prSet/>
      <dgm:spPr/>
      <dgm:t>
        <a:bodyPr/>
        <a:lstStyle/>
        <a:p>
          <a:endParaRPr lang="ru-RU"/>
        </a:p>
      </dgm:t>
    </dgm:pt>
    <dgm:pt modelId="{9F862F52-1DAD-41B7-9604-6E07E3C127B7}">
      <dgm:prSet phldrT="[Текст]"/>
      <dgm:spPr/>
      <dgm:t>
        <a:bodyPr/>
        <a:lstStyle/>
        <a:p>
          <a:r>
            <a:rPr lang="en-US" b="1" dirty="0" smtClean="0">
              <a:latin typeface="Times New Roman" panose="02020603050405020304" pitchFamily="18" charset="0"/>
              <a:cs typeface="Times New Roman" panose="02020603050405020304" pitchFamily="18" charset="0"/>
            </a:rPr>
            <a:t>KOMPYUTER VA PLANSHETLAR</a:t>
          </a:r>
          <a:endParaRPr lang="ru-RU" b="1" dirty="0">
            <a:latin typeface="Times New Roman" panose="02020603050405020304" pitchFamily="18" charset="0"/>
            <a:cs typeface="Times New Roman" panose="02020603050405020304" pitchFamily="18" charset="0"/>
          </a:endParaRPr>
        </a:p>
      </dgm:t>
    </dgm:pt>
    <dgm:pt modelId="{29F76B4D-1EFA-4876-8EBE-61BD851DD16F}" type="parTrans" cxnId="{DF4B41B7-479C-408F-9DA3-EDF6261BA95B}">
      <dgm:prSet/>
      <dgm:spPr/>
      <dgm:t>
        <a:bodyPr/>
        <a:lstStyle/>
        <a:p>
          <a:endParaRPr lang="ru-RU"/>
        </a:p>
      </dgm:t>
    </dgm:pt>
    <dgm:pt modelId="{234E1E65-D7B8-4FFB-B589-E047E13C0502}" type="sibTrans" cxnId="{DF4B41B7-479C-408F-9DA3-EDF6261BA95B}">
      <dgm:prSet/>
      <dgm:spPr/>
      <dgm:t>
        <a:bodyPr/>
        <a:lstStyle/>
        <a:p>
          <a:endParaRPr lang="ru-RU"/>
        </a:p>
      </dgm:t>
    </dgm:pt>
    <dgm:pt modelId="{9FA5CCC1-6786-4C32-95FF-A5D4877F9D91}">
      <dgm:prSet phldrT="[Текст]"/>
      <dgm:spPr/>
      <dgm:t>
        <a:bodyPr/>
        <a:lstStyle/>
        <a:p>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Bolalarga</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o’qish</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yozishga</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yordam</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beradigan</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maxsus</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qurilmalar</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ru-RU"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B6636C32-A65A-4D04-955E-ED85C599ECF2}" type="parTrans" cxnId="{8DF0371C-0A4D-482A-85AC-6D445CDF5748}">
      <dgm:prSet/>
      <dgm:spPr/>
      <dgm:t>
        <a:bodyPr/>
        <a:lstStyle/>
        <a:p>
          <a:endParaRPr lang="ru-RU"/>
        </a:p>
      </dgm:t>
    </dgm:pt>
    <dgm:pt modelId="{9808D397-9D26-4BDC-8E0B-E22146088BF1}" type="sibTrans" cxnId="{8DF0371C-0A4D-482A-85AC-6D445CDF5748}">
      <dgm:prSet/>
      <dgm:spPr/>
      <dgm:t>
        <a:bodyPr/>
        <a:lstStyle/>
        <a:p>
          <a:endParaRPr lang="ru-RU"/>
        </a:p>
      </dgm:t>
    </dgm:pt>
    <dgm:pt modelId="{D7F00F73-E9D9-4692-829C-7F93D8B11274}">
      <dgm:prSet/>
      <dgm:spPr/>
      <dgm:t>
        <a:bodyPr/>
        <a:lstStyle/>
        <a:p>
          <a:r>
            <a:rPr lang="en-AU" b="1" dirty="0" err="1" smtClean="0">
              <a:latin typeface="Times New Roman" panose="02020603050405020304" pitchFamily="18" charset="0"/>
              <a:cs typeface="Times New Roman" panose="02020603050405020304" pitchFamily="18" charset="0"/>
            </a:rPr>
            <a:t>Matnni</a:t>
          </a:r>
          <a:r>
            <a:rPr lang="en-AU" b="1" dirty="0" smtClean="0">
              <a:latin typeface="Times New Roman" panose="02020603050405020304" pitchFamily="18" charset="0"/>
              <a:cs typeface="Times New Roman" panose="02020603050405020304" pitchFamily="18" charset="0"/>
            </a:rPr>
            <a:t> </a:t>
          </a:r>
          <a:r>
            <a:rPr lang="en-AU" b="1" dirty="0" err="1" smtClean="0">
              <a:latin typeface="Times New Roman" panose="02020603050405020304" pitchFamily="18" charset="0"/>
              <a:cs typeface="Times New Roman" panose="02020603050405020304" pitchFamily="18" charset="0"/>
            </a:rPr>
            <a:t>ovozga</a:t>
          </a:r>
          <a:r>
            <a:rPr lang="en-AU" b="1" dirty="0" smtClean="0">
              <a:latin typeface="Times New Roman" panose="02020603050405020304" pitchFamily="18" charset="0"/>
              <a:cs typeface="Times New Roman" panose="02020603050405020304" pitchFamily="18" charset="0"/>
            </a:rPr>
            <a:t> </a:t>
          </a:r>
          <a:r>
            <a:rPr lang="en-AU" b="1" dirty="0" err="1" smtClean="0">
              <a:latin typeface="Times New Roman" panose="02020603050405020304" pitchFamily="18" charset="0"/>
              <a:cs typeface="Times New Roman" panose="02020603050405020304" pitchFamily="18" charset="0"/>
            </a:rPr>
            <a:t>aylantiruvchi</a:t>
          </a:r>
          <a:r>
            <a:rPr lang="en-AU" b="1" dirty="0" smtClean="0">
              <a:latin typeface="Times New Roman" panose="02020603050405020304" pitchFamily="18" charset="0"/>
              <a:cs typeface="Times New Roman" panose="02020603050405020304" pitchFamily="18" charset="0"/>
            </a:rPr>
            <a:t> </a:t>
          </a:r>
          <a:r>
            <a:rPr lang="en-AU" b="1" dirty="0" err="1" smtClean="0">
              <a:latin typeface="Times New Roman" panose="02020603050405020304" pitchFamily="18" charset="0"/>
              <a:cs typeface="Times New Roman" panose="02020603050405020304" pitchFamily="18" charset="0"/>
            </a:rPr>
            <a:t>dasturlar</a:t>
          </a:r>
          <a:endParaRPr lang="en-AU" dirty="0">
            <a:latin typeface="Times New Roman" panose="02020603050405020304" pitchFamily="18" charset="0"/>
            <a:cs typeface="Times New Roman" panose="02020603050405020304" pitchFamily="18" charset="0"/>
          </a:endParaRPr>
        </a:p>
      </dgm:t>
    </dgm:pt>
    <dgm:pt modelId="{1CCBFA9F-4680-4051-8598-B5A53C68D6B4}" type="parTrans" cxnId="{7D65D650-DBB7-4936-8541-26578D84F5D9}">
      <dgm:prSet/>
      <dgm:spPr/>
      <dgm:t>
        <a:bodyPr/>
        <a:lstStyle/>
        <a:p>
          <a:endParaRPr lang="ru-RU"/>
        </a:p>
      </dgm:t>
    </dgm:pt>
    <dgm:pt modelId="{A04A11CE-E03B-46A3-B684-7B3ED17A4ADF}" type="sibTrans" cxnId="{7D65D650-DBB7-4936-8541-26578D84F5D9}">
      <dgm:prSet/>
      <dgm:spPr/>
      <dgm:t>
        <a:bodyPr/>
        <a:lstStyle/>
        <a:p>
          <a:endParaRPr lang="ru-RU"/>
        </a:p>
      </dgm:t>
    </dgm:pt>
    <dgm:pt modelId="{0F3745D5-A6D9-465C-A963-08A0B5EFE34D}">
      <dgm:prSet/>
      <dgm:spPr/>
      <dgm:t>
        <a:bodyPr/>
        <a:lstStyle/>
        <a:p>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Nogirobligi</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bo’lgan</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bolalar</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uchun,matnlarni</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tinglaydi</a:t>
          </a: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ru-RU"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C65204AA-AF24-4AEA-9C48-7946420156A0}" type="parTrans" cxnId="{14C6FFA1-371B-428A-8C1F-48B41EDCD66E}">
      <dgm:prSet/>
      <dgm:spPr/>
      <dgm:t>
        <a:bodyPr/>
        <a:lstStyle/>
        <a:p>
          <a:endParaRPr lang="ru-RU"/>
        </a:p>
      </dgm:t>
    </dgm:pt>
    <dgm:pt modelId="{16F5B21F-B24C-40AD-9E3E-A71B7B19F6B2}" type="sibTrans" cxnId="{14C6FFA1-371B-428A-8C1F-48B41EDCD66E}">
      <dgm:prSet/>
      <dgm:spPr/>
      <dgm:t>
        <a:bodyPr/>
        <a:lstStyle/>
        <a:p>
          <a:endParaRPr lang="ru-RU"/>
        </a:p>
      </dgm:t>
    </dgm:pt>
    <dgm:pt modelId="{06B55839-BA1C-4D89-AB8E-699899DA3A2F}" type="pres">
      <dgm:prSet presAssocID="{AF87562D-870C-46C8-96F4-193A9959456C}" presName="Name0" presStyleCnt="0">
        <dgm:presLayoutVars>
          <dgm:dir/>
          <dgm:animLvl val="lvl"/>
          <dgm:resizeHandles/>
        </dgm:presLayoutVars>
      </dgm:prSet>
      <dgm:spPr/>
    </dgm:pt>
    <dgm:pt modelId="{ED359A28-C855-4C2A-9548-E6C32BE91CE9}" type="pres">
      <dgm:prSet presAssocID="{7DDB86A4-0AE3-4630-AACB-0ADA23677B35}" presName="linNode" presStyleCnt="0"/>
      <dgm:spPr/>
    </dgm:pt>
    <dgm:pt modelId="{A98EF02F-11CA-4AF3-9E42-1ADFAFE79608}" type="pres">
      <dgm:prSet presAssocID="{7DDB86A4-0AE3-4630-AACB-0ADA23677B35}" presName="parentShp" presStyleLbl="node1" presStyleIdx="0" presStyleCnt="3">
        <dgm:presLayoutVars>
          <dgm:bulletEnabled val="1"/>
        </dgm:presLayoutVars>
      </dgm:prSet>
      <dgm:spPr/>
      <dgm:t>
        <a:bodyPr/>
        <a:lstStyle/>
        <a:p>
          <a:endParaRPr lang="ru-RU"/>
        </a:p>
      </dgm:t>
    </dgm:pt>
    <dgm:pt modelId="{BE52F363-70E4-4AB4-B8E7-7F5E14AB3174}" type="pres">
      <dgm:prSet presAssocID="{7DDB86A4-0AE3-4630-AACB-0ADA23677B35}" presName="childShp" presStyleLbl="bgAccFollowNode1" presStyleIdx="0" presStyleCnt="3">
        <dgm:presLayoutVars>
          <dgm:bulletEnabled val="1"/>
        </dgm:presLayoutVars>
      </dgm:prSet>
      <dgm:spPr/>
    </dgm:pt>
    <dgm:pt modelId="{EA3D7A76-4E59-4E30-9ED9-9CF551A88191}" type="pres">
      <dgm:prSet presAssocID="{C7210C37-A5D7-493A-BE03-7DF3D81BBC95}" presName="spacing" presStyleCnt="0"/>
      <dgm:spPr/>
    </dgm:pt>
    <dgm:pt modelId="{91DE88A9-AC69-433A-BE6C-7495A0A128D0}" type="pres">
      <dgm:prSet presAssocID="{D7F00F73-E9D9-4692-829C-7F93D8B11274}" presName="linNode" presStyleCnt="0"/>
      <dgm:spPr/>
    </dgm:pt>
    <dgm:pt modelId="{6972AA89-4941-4213-9D2E-D68327BE8D88}" type="pres">
      <dgm:prSet presAssocID="{D7F00F73-E9D9-4692-829C-7F93D8B11274}" presName="parentShp" presStyleLbl="node1" presStyleIdx="1" presStyleCnt="3">
        <dgm:presLayoutVars>
          <dgm:bulletEnabled val="1"/>
        </dgm:presLayoutVars>
      </dgm:prSet>
      <dgm:spPr/>
    </dgm:pt>
    <dgm:pt modelId="{92BF0645-F8C8-43FF-AC88-ABFA471DB439}" type="pres">
      <dgm:prSet presAssocID="{D7F00F73-E9D9-4692-829C-7F93D8B11274}" presName="childShp" presStyleLbl="bgAccFollowNode1" presStyleIdx="1" presStyleCnt="3">
        <dgm:presLayoutVars>
          <dgm:bulletEnabled val="1"/>
        </dgm:presLayoutVars>
      </dgm:prSet>
      <dgm:spPr/>
      <dgm:t>
        <a:bodyPr/>
        <a:lstStyle/>
        <a:p>
          <a:endParaRPr lang="ru-RU"/>
        </a:p>
      </dgm:t>
    </dgm:pt>
    <dgm:pt modelId="{A94696B7-F295-4023-8F1F-A6339F49FBC3}" type="pres">
      <dgm:prSet presAssocID="{A04A11CE-E03B-46A3-B684-7B3ED17A4ADF}" presName="spacing" presStyleCnt="0"/>
      <dgm:spPr/>
    </dgm:pt>
    <dgm:pt modelId="{EE323BB5-4625-4604-AFAA-C01F11952E29}" type="pres">
      <dgm:prSet presAssocID="{9F862F52-1DAD-41B7-9604-6E07E3C127B7}" presName="linNode" presStyleCnt="0"/>
      <dgm:spPr/>
    </dgm:pt>
    <dgm:pt modelId="{B6A6A27D-3469-421D-96DE-8F9B50A94643}" type="pres">
      <dgm:prSet presAssocID="{9F862F52-1DAD-41B7-9604-6E07E3C127B7}" presName="parentShp" presStyleLbl="node1" presStyleIdx="2" presStyleCnt="3">
        <dgm:presLayoutVars>
          <dgm:bulletEnabled val="1"/>
        </dgm:presLayoutVars>
      </dgm:prSet>
      <dgm:spPr/>
    </dgm:pt>
    <dgm:pt modelId="{1761608F-844A-4857-90AD-D52ED4C8F142}" type="pres">
      <dgm:prSet presAssocID="{9F862F52-1DAD-41B7-9604-6E07E3C127B7}" presName="childShp" presStyleLbl="bgAccFollowNode1" presStyleIdx="2" presStyleCnt="3">
        <dgm:presLayoutVars>
          <dgm:bulletEnabled val="1"/>
        </dgm:presLayoutVars>
      </dgm:prSet>
      <dgm:spPr/>
      <dgm:t>
        <a:bodyPr/>
        <a:lstStyle/>
        <a:p>
          <a:endParaRPr lang="ru-RU"/>
        </a:p>
      </dgm:t>
    </dgm:pt>
  </dgm:ptLst>
  <dgm:cxnLst>
    <dgm:cxn modelId="{7D65D650-DBB7-4936-8541-26578D84F5D9}" srcId="{AF87562D-870C-46C8-96F4-193A9959456C}" destId="{D7F00F73-E9D9-4692-829C-7F93D8B11274}" srcOrd="1" destOrd="0" parTransId="{1CCBFA9F-4680-4051-8598-B5A53C68D6B4}" sibTransId="{A04A11CE-E03B-46A3-B684-7B3ED17A4ADF}"/>
    <dgm:cxn modelId="{11077459-BF1C-4E0D-ACD9-566BAF3B9127}" type="presOf" srcId="{AF87562D-870C-46C8-96F4-193A9959456C}" destId="{06B55839-BA1C-4D89-AB8E-699899DA3A2F}" srcOrd="0" destOrd="0" presId="urn:microsoft.com/office/officeart/2005/8/layout/vList6"/>
    <dgm:cxn modelId="{8DF0371C-0A4D-482A-85AC-6D445CDF5748}" srcId="{9F862F52-1DAD-41B7-9604-6E07E3C127B7}" destId="{9FA5CCC1-6786-4C32-95FF-A5D4877F9D91}" srcOrd="0" destOrd="0" parTransId="{B6636C32-A65A-4D04-955E-ED85C599ECF2}" sibTransId="{9808D397-9D26-4BDC-8E0B-E22146088BF1}"/>
    <dgm:cxn modelId="{6C619F20-4AFA-4106-8A1E-BF6E881E10A0}" type="presOf" srcId="{61816CE4-DD01-4418-89C2-2F42C0DF5E31}" destId="{BE52F363-70E4-4AB4-B8E7-7F5E14AB3174}" srcOrd="0" destOrd="0" presId="urn:microsoft.com/office/officeart/2005/8/layout/vList6"/>
    <dgm:cxn modelId="{F144A948-2480-4DA5-A96A-C48C97CDD44D}" type="presOf" srcId="{9FA5CCC1-6786-4C32-95FF-A5D4877F9D91}" destId="{1761608F-844A-4857-90AD-D52ED4C8F142}" srcOrd="0" destOrd="0" presId="urn:microsoft.com/office/officeart/2005/8/layout/vList6"/>
    <dgm:cxn modelId="{4C37F9FF-46F0-45A2-8E16-95E1498ACB6F}" srcId="{7DDB86A4-0AE3-4630-AACB-0ADA23677B35}" destId="{61816CE4-DD01-4418-89C2-2F42C0DF5E31}" srcOrd="0" destOrd="0" parTransId="{8140EDF2-0100-4B98-8C21-EBB278EA5464}" sibTransId="{595F2440-0EE4-46FE-9F25-06B79F48DC2A}"/>
    <dgm:cxn modelId="{E7AE65A6-5805-4C50-9C55-C6D740C0A24F}" type="presOf" srcId="{7DDB86A4-0AE3-4630-AACB-0ADA23677B35}" destId="{A98EF02F-11CA-4AF3-9E42-1ADFAFE79608}" srcOrd="0" destOrd="0" presId="urn:microsoft.com/office/officeart/2005/8/layout/vList6"/>
    <dgm:cxn modelId="{14C6FFA1-371B-428A-8C1F-48B41EDCD66E}" srcId="{D7F00F73-E9D9-4692-829C-7F93D8B11274}" destId="{0F3745D5-A6D9-465C-A963-08A0B5EFE34D}" srcOrd="0" destOrd="0" parTransId="{C65204AA-AF24-4AEA-9C48-7946420156A0}" sibTransId="{16F5B21F-B24C-40AD-9E3E-A71B7B19F6B2}"/>
    <dgm:cxn modelId="{527DE04A-9E5C-4775-813B-89E7B0E5AEEF}" type="presOf" srcId="{0F3745D5-A6D9-465C-A963-08A0B5EFE34D}" destId="{92BF0645-F8C8-43FF-AC88-ABFA471DB439}" srcOrd="0" destOrd="0" presId="urn:microsoft.com/office/officeart/2005/8/layout/vList6"/>
    <dgm:cxn modelId="{DF4B41B7-479C-408F-9DA3-EDF6261BA95B}" srcId="{AF87562D-870C-46C8-96F4-193A9959456C}" destId="{9F862F52-1DAD-41B7-9604-6E07E3C127B7}" srcOrd="2" destOrd="0" parTransId="{29F76B4D-1EFA-4876-8EBE-61BD851DD16F}" sibTransId="{234E1E65-D7B8-4FFB-B589-E047E13C0502}"/>
    <dgm:cxn modelId="{202F5BC3-9DC6-4B8F-B1E4-39890EC42D56}" srcId="{AF87562D-870C-46C8-96F4-193A9959456C}" destId="{7DDB86A4-0AE3-4630-AACB-0ADA23677B35}" srcOrd="0" destOrd="0" parTransId="{0BB4A92E-ED30-4389-A396-98C06F16C848}" sibTransId="{C7210C37-A5D7-493A-BE03-7DF3D81BBC95}"/>
    <dgm:cxn modelId="{AB694686-70B5-49C3-BFCC-263B652636CA}" type="presOf" srcId="{9F862F52-1DAD-41B7-9604-6E07E3C127B7}" destId="{B6A6A27D-3469-421D-96DE-8F9B50A94643}" srcOrd="0" destOrd="0" presId="urn:microsoft.com/office/officeart/2005/8/layout/vList6"/>
    <dgm:cxn modelId="{32898B7A-CE80-4360-8BE9-C04D2601868D}" type="presOf" srcId="{D7F00F73-E9D9-4692-829C-7F93D8B11274}" destId="{6972AA89-4941-4213-9D2E-D68327BE8D88}" srcOrd="0" destOrd="0" presId="urn:microsoft.com/office/officeart/2005/8/layout/vList6"/>
    <dgm:cxn modelId="{B1ECC476-4E2C-455E-8AC3-0FF7C907DF69}" type="presParOf" srcId="{06B55839-BA1C-4D89-AB8E-699899DA3A2F}" destId="{ED359A28-C855-4C2A-9548-E6C32BE91CE9}" srcOrd="0" destOrd="0" presId="urn:microsoft.com/office/officeart/2005/8/layout/vList6"/>
    <dgm:cxn modelId="{6C6A433F-D9D2-4B9E-9D5D-C16ECCD7D3F1}" type="presParOf" srcId="{ED359A28-C855-4C2A-9548-E6C32BE91CE9}" destId="{A98EF02F-11CA-4AF3-9E42-1ADFAFE79608}" srcOrd="0" destOrd="0" presId="urn:microsoft.com/office/officeart/2005/8/layout/vList6"/>
    <dgm:cxn modelId="{E45D5AD6-7D2C-4FA2-9669-E0FD2AC9EBBC}" type="presParOf" srcId="{ED359A28-C855-4C2A-9548-E6C32BE91CE9}" destId="{BE52F363-70E4-4AB4-B8E7-7F5E14AB3174}" srcOrd="1" destOrd="0" presId="urn:microsoft.com/office/officeart/2005/8/layout/vList6"/>
    <dgm:cxn modelId="{EF173873-42EC-400B-8CB0-BB540C8E99E4}" type="presParOf" srcId="{06B55839-BA1C-4D89-AB8E-699899DA3A2F}" destId="{EA3D7A76-4E59-4E30-9ED9-9CF551A88191}" srcOrd="1" destOrd="0" presId="urn:microsoft.com/office/officeart/2005/8/layout/vList6"/>
    <dgm:cxn modelId="{F9E94E39-E268-4969-A5FB-E0E3AE606855}" type="presParOf" srcId="{06B55839-BA1C-4D89-AB8E-699899DA3A2F}" destId="{91DE88A9-AC69-433A-BE6C-7495A0A128D0}" srcOrd="2" destOrd="0" presId="urn:microsoft.com/office/officeart/2005/8/layout/vList6"/>
    <dgm:cxn modelId="{3FC2949B-C894-4160-BD1D-6A59B185B1FC}" type="presParOf" srcId="{91DE88A9-AC69-433A-BE6C-7495A0A128D0}" destId="{6972AA89-4941-4213-9D2E-D68327BE8D88}" srcOrd="0" destOrd="0" presId="urn:microsoft.com/office/officeart/2005/8/layout/vList6"/>
    <dgm:cxn modelId="{FCD6944D-B25A-4870-8068-AB4BAE24314F}" type="presParOf" srcId="{91DE88A9-AC69-433A-BE6C-7495A0A128D0}" destId="{92BF0645-F8C8-43FF-AC88-ABFA471DB439}" srcOrd="1" destOrd="0" presId="urn:microsoft.com/office/officeart/2005/8/layout/vList6"/>
    <dgm:cxn modelId="{ABD74F83-E948-4734-878B-5755B9E16522}" type="presParOf" srcId="{06B55839-BA1C-4D89-AB8E-699899DA3A2F}" destId="{A94696B7-F295-4023-8F1F-A6339F49FBC3}" srcOrd="3" destOrd="0" presId="urn:microsoft.com/office/officeart/2005/8/layout/vList6"/>
    <dgm:cxn modelId="{D07AAA1D-363B-46E4-AE40-6FE6871DCA4A}" type="presParOf" srcId="{06B55839-BA1C-4D89-AB8E-699899DA3A2F}" destId="{EE323BB5-4625-4604-AFAA-C01F11952E29}" srcOrd="4" destOrd="0" presId="urn:microsoft.com/office/officeart/2005/8/layout/vList6"/>
    <dgm:cxn modelId="{D11FCAAF-38BF-4CF1-86BB-DAF0914575EC}" type="presParOf" srcId="{EE323BB5-4625-4604-AFAA-C01F11952E29}" destId="{B6A6A27D-3469-421D-96DE-8F9B50A94643}" srcOrd="0" destOrd="0" presId="urn:microsoft.com/office/officeart/2005/8/layout/vList6"/>
    <dgm:cxn modelId="{A42C5C1B-1206-44DD-AA91-A4D67FBCB650}" type="presParOf" srcId="{EE323BB5-4625-4604-AFAA-C01F11952E29}" destId="{1761608F-844A-4857-90AD-D52ED4C8F142}"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35DD7-B37D-485E-AB57-9417B34A47AF}">
      <dsp:nvSpPr>
        <dsp:cNvPr id="0" name=""/>
        <dsp:cNvSpPr/>
      </dsp:nvSpPr>
      <dsp:spPr>
        <a:xfrm>
          <a:off x="1043323" y="174095"/>
          <a:ext cx="2734197" cy="2734197"/>
        </a:xfrm>
        <a:prstGeom prst="ellipse">
          <a:avLst/>
        </a:prstGeom>
        <a:solidFill>
          <a:schemeClr val="dk2">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INDIVIDUAL YONDASHUV</a:t>
          </a:r>
          <a:endParaRPr lang="ru-RU" sz="2400" kern="1200" dirty="0">
            <a:latin typeface="Times New Roman" panose="02020603050405020304" pitchFamily="18" charset="0"/>
            <a:cs typeface="Times New Roman" panose="02020603050405020304" pitchFamily="18" charset="0"/>
          </a:endParaRPr>
        </a:p>
      </dsp:txBody>
      <dsp:txXfrm>
        <a:off x="1407883" y="652580"/>
        <a:ext cx="2005078" cy="1230388"/>
      </dsp:txXfrm>
    </dsp:sp>
    <dsp:sp modelId="{97209626-0ACA-49AD-93E6-78AABB220527}">
      <dsp:nvSpPr>
        <dsp:cNvPr id="0" name=""/>
        <dsp:cNvSpPr/>
      </dsp:nvSpPr>
      <dsp:spPr>
        <a:xfrm>
          <a:off x="1979603" y="1841026"/>
          <a:ext cx="2734197" cy="2734197"/>
        </a:xfrm>
        <a:prstGeom prst="ellipse">
          <a:avLst/>
        </a:prstGeom>
        <a:solidFill>
          <a:schemeClr val="dk2">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MOSLASHTIRILGAN MUHIT</a:t>
          </a:r>
          <a:endParaRPr lang="ru-RU" sz="2400" kern="1200" dirty="0">
            <a:latin typeface="Times New Roman" panose="02020603050405020304" pitchFamily="18" charset="0"/>
            <a:cs typeface="Times New Roman" panose="02020603050405020304" pitchFamily="18" charset="0"/>
          </a:endParaRPr>
        </a:p>
      </dsp:txBody>
      <dsp:txXfrm>
        <a:off x="2815812" y="2547360"/>
        <a:ext cx="1640518" cy="1503808"/>
      </dsp:txXfrm>
    </dsp:sp>
    <dsp:sp modelId="{D6A7B803-F8D5-4FA5-A6D5-E82333A4AE94}">
      <dsp:nvSpPr>
        <dsp:cNvPr id="0" name=""/>
        <dsp:cNvSpPr/>
      </dsp:nvSpPr>
      <dsp:spPr>
        <a:xfrm>
          <a:off x="0" y="1855271"/>
          <a:ext cx="2734197" cy="2734197"/>
        </a:xfrm>
        <a:prstGeom prst="ellipse">
          <a:avLst/>
        </a:prstGeom>
        <a:solidFill>
          <a:schemeClr val="dk2">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latin typeface="Times New Roman" panose="02020603050405020304" pitchFamily="18" charset="0"/>
              <a:cs typeface="Times New Roman" panose="02020603050405020304" pitchFamily="18" charset="0"/>
            </a:rPr>
            <a:t>HAMKORLIK</a:t>
          </a:r>
          <a:endParaRPr lang="ru-RU" sz="2000" kern="1200" dirty="0">
            <a:solidFill>
              <a:schemeClr val="tx1"/>
            </a:solidFill>
            <a:latin typeface="Times New Roman" panose="02020603050405020304" pitchFamily="18" charset="0"/>
            <a:cs typeface="Times New Roman" panose="02020603050405020304" pitchFamily="18" charset="0"/>
          </a:endParaRPr>
        </a:p>
      </dsp:txBody>
      <dsp:txXfrm>
        <a:off x="257470" y="2561606"/>
        <a:ext cx="1640518" cy="15038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2F363-70E4-4AB4-B8E7-7F5E14AB3174}">
      <dsp:nvSpPr>
        <dsp:cNvPr id="0" name=""/>
        <dsp:cNvSpPr/>
      </dsp:nvSpPr>
      <dsp:spPr>
        <a:xfrm>
          <a:off x="3845512" y="0"/>
          <a:ext cx="5768268" cy="1554584"/>
        </a:xfrm>
        <a:prstGeom prst="rightArrow">
          <a:avLst>
            <a:gd name="adj1" fmla="val 75000"/>
            <a:gd name="adj2" fmla="val 50000"/>
          </a:avLst>
        </a:prstGeom>
        <a:solidFill>
          <a:schemeClr val="dk2">
            <a:alpha val="90000"/>
            <a:tint val="40000"/>
            <a:hueOff val="0"/>
            <a:satOff val="0"/>
            <a:lumOff val="0"/>
            <a:alphaOff val="0"/>
          </a:schemeClr>
        </a:solidFill>
        <a:ln w="9525" cap="rnd" cmpd="sng" algn="ctr">
          <a:solidFill>
            <a:schemeClr val="dk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Bolalarga</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visual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eshitish</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orqali</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ta’lim</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berish</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uchun</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maxsus</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san’at</a:t>
          </a:r>
          <a:r>
            <a:rPr lang="en-US" sz="2800" kern="1200" dirty="0" smtClean="0"/>
            <a:t>.</a:t>
          </a:r>
          <a:endParaRPr lang="ru-RU" sz="2800" kern="1200" dirty="0"/>
        </a:p>
      </dsp:txBody>
      <dsp:txXfrm>
        <a:off x="3845512" y="194323"/>
        <a:ext cx="5185299" cy="1165938"/>
      </dsp:txXfrm>
    </dsp:sp>
    <dsp:sp modelId="{A98EF02F-11CA-4AF3-9E42-1ADFAFE79608}">
      <dsp:nvSpPr>
        <dsp:cNvPr id="0" name=""/>
        <dsp:cNvSpPr/>
      </dsp:nvSpPr>
      <dsp:spPr>
        <a:xfrm>
          <a:off x="0" y="0"/>
          <a:ext cx="3845512" cy="1554584"/>
        </a:xfrm>
        <a:prstGeom prst="roundRect">
          <a:avLst/>
        </a:prstGeom>
        <a:gradFill rotWithShape="0">
          <a:gsLst>
            <a:gs pos="0">
              <a:schemeClr val="dk2">
                <a:hueOff val="0"/>
                <a:satOff val="0"/>
                <a:lumOff val="0"/>
                <a:alphaOff val="0"/>
                <a:tint val="80000"/>
                <a:lumMod val="105000"/>
              </a:schemeClr>
            </a:gs>
            <a:gs pos="100000">
              <a:schemeClr val="dk2">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b="1" kern="1200" dirty="0" smtClean="0">
              <a:latin typeface="Times New Roman" panose="02020603050405020304" pitchFamily="18" charset="0"/>
              <a:cs typeface="Times New Roman" panose="02020603050405020304" pitchFamily="18" charset="0"/>
            </a:rPr>
            <a:t>SAN’AT VA MUSIQA VOSITALARI</a:t>
          </a:r>
          <a:endParaRPr lang="ru-RU" sz="3200" b="1" kern="1200" dirty="0">
            <a:latin typeface="Times New Roman" panose="02020603050405020304" pitchFamily="18" charset="0"/>
            <a:cs typeface="Times New Roman" panose="02020603050405020304" pitchFamily="18" charset="0"/>
          </a:endParaRPr>
        </a:p>
      </dsp:txBody>
      <dsp:txXfrm>
        <a:off x="75889" y="75889"/>
        <a:ext cx="3693734" cy="1402806"/>
      </dsp:txXfrm>
    </dsp:sp>
    <dsp:sp modelId="{92BF0645-F8C8-43FF-AC88-ABFA471DB439}">
      <dsp:nvSpPr>
        <dsp:cNvPr id="0" name=""/>
        <dsp:cNvSpPr/>
      </dsp:nvSpPr>
      <dsp:spPr>
        <a:xfrm>
          <a:off x="3845512" y="1710043"/>
          <a:ext cx="5768268" cy="1554584"/>
        </a:xfrm>
        <a:prstGeom prst="rightArrow">
          <a:avLst>
            <a:gd name="adj1" fmla="val 75000"/>
            <a:gd name="adj2" fmla="val 50000"/>
          </a:avLst>
        </a:prstGeom>
        <a:solidFill>
          <a:schemeClr val="dk2">
            <a:alpha val="90000"/>
            <a:tint val="40000"/>
            <a:hueOff val="0"/>
            <a:satOff val="0"/>
            <a:lumOff val="0"/>
            <a:alphaOff val="0"/>
          </a:schemeClr>
        </a:solidFill>
        <a:ln w="9525" cap="rnd" cmpd="sng" algn="ctr">
          <a:solidFill>
            <a:schemeClr val="dk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Nogirobligi</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bo’lgan</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bolalar</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uchun,matnlarni</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tinglaydi</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ru-RU" sz="28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3845512" y="1904366"/>
        <a:ext cx="5185299" cy="1165938"/>
      </dsp:txXfrm>
    </dsp:sp>
    <dsp:sp modelId="{6972AA89-4941-4213-9D2E-D68327BE8D88}">
      <dsp:nvSpPr>
        <dsp:cNvPr id="0" name=""/>
        <dsp:cNvSpPr/>
      </dsp:nvSpPr>
      <dsp:spPr>
        <a:xfrm>
          <a:off x="0" y="1710043"/>
          <a:ext cx="3845512" cy="1554584"/>
        </a:xfrm>
        <a:prstGeom prst="roundRect">
          <a:avLst/>
        </a:prstGeom>
        <a:gradFill rotWithShape="0">
          <a:gsLst>
            <a:gs pos="0">
              <a:schemeClr val="dk2">
                <a:hueOff val="0"/>
                <a:satOff val="0"/>
                <a:lumOff val="0"/>
                <a:alphaOff val="0"/>
                <a:tint val="80000"/>
                <a:lumMod val="105000"/>
              </a:schemeClr>
            </a:gs>
            <a:gs pos="100000">
              <a:schemeClr val="dk2">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AU" sz="3200" b="1" kern="1200" dirty="0" err="1" smtClean="0">
              <a:latin typeface="Times New Roman" panose="02020603050405020304" pitchFamily="18" charset="0"/>
              <a:cs typeface="Times New Roman" panose="02020603050405020304" pitchFamily="18" charset="0"/>
            </a:rPr>
            <a:t>Matnni</a:t>
          </a:r>
          <a:r>
            <a:rPr lang="en-AU" sz="3200" b="1" kern="1200" dirty="0" smtClean="0">
              <a:latin typeface="Times New Roman" panose="02020603050405020304" pitchFamily="18" charset="0"/>
              <a:cs typeface="Times New Roman" panose="02020603050405020304" pitchFamily="18" charset="0"/>
            </a:rPr>
            <a:t> </a:t>
          </a:r>
          <a:r>
            <a:rPr lang="en-AU" sz="3200" b="1" kern="1200" dirty="0" err="1" smtClean="0">
              <a:latin typeface="Times New Roman" panose="02020603050405020304" pitchFamily="18" charset="0"/>
              <a:cs typeface="Times New Roman" panose="02020603050405020304" pitchFamily="18" charset="0"/>
            </a:rPr>
            <a:t>ovozga</a:t>
          </a:r>
          <a:r>
            <a:rPr lang="en-AU" sz="3200" b="1" kern="1200" dirty="0" smtClean="0">
              <a:latin typeface="Times New Roman" panose="02020603050405020304" pitchFamily="18" charset="0"/>
              <a:cs typeface="Times New Roman" panose="02020603050405020304" pitchFamily="18" charset="0"/>
            </a:rPr>
            <a:t> </a:t>
          </a:r>
          <a:r>
            <a:rPr lang="en-AU" sz="3200" b="1" kern="1200" dirty="0" err="1" smtClean="0">
              <a:latin typeface="Times New Roman" panose="02020603050405020304" pitchFamily="18" charset="0"/>
              <a:cs typeface="Times New Roman" panose="02020603050405020304" pitchFamily="18" charset="0"/>
            </a:rPr>
            <a:t>aylantiruvchi</a:t>
          </a:r>
          <a:r>
            <a:rPr lang="en-AU" sz="3200" b="1" kern="1200" dirty="0" smtClean="0">
              <a:latin typeface="Times New Roman" panose="02020603050405020304" pitchFamily="18" charset="0"/>
              <a:cs typeface="Times New Roman" panose="02020603050405020304" pitchFamily="18" charset="0"/>
            </a:rPr>
            <a:t> </a:t>
          </a:r>
          <a:r>
            <a:rPr lang="en-AU" sz="3200" b="1" kern="1200" dirty="0" err="1" smtClean="0">
              <a:latin typeface="Times New Roman" panose="02020603050405020304" pitchFamily="18" charset="0"/>
              <a:cs typeface="Times New Roman" panose="02020603050405020304" pitchFamily="18" charset="0"/>
            </a:rPr>
            <a:t>dasturlar</a:t>
          </a:r>
          <a:endParaRPr lang="en-AU" sz="3200" kern="1200" dirty="0">
            <a:latin typeface="Times New Roman" panose="02020603050405020304" pitchFamily="18" charset="0"/>
            <a:cs typeface="Times New Roman" panose="02020603050405020304" pitchFamily="18" charset="0"/>
          </a:endParaRPr>
        </a:p>
      </dsp:txBody>
      <dsp:txXfrm>
        <a:off x="75889" y="1785932"/>
        <a:ext cx="3693734" cy="1402806"/>
      </dsp:txXfrm>
    </dsp:sp>
    <dsp:sp modelId="{1761608F-844A-4857-90AD-D52ED4C8F142}">
      <dsp:nvSpPr>
        <dsp:cNvPr id="0" name=""/>
        <dsp:cNvSpPr/>
      </dsp:nvSpPr>
      <dsp:spPr>
        <a:xfrm>
          <a:off x="3845512" y="3420086"/>
          <a:ext cx="5768268" cy="1554584"/>
        </a:xfrm>
        <a:prstGeom prst="rightArrow">
          <a:avLst>
            <a:gd name="adj1" fmla="val 75000"/>
            <a:gd name="adj2" fmla="val 50000"/>
          </a:avLst>
        </a:prstGeom>
        <a:solidFill>
          <a:schemeClr val="dk2">
            <a:alpha val="90000"/>
            <a:tint val="40000"/>
            <a:hueOff val="0"/>
            <a:satOff val="0"/>
            <a:lumOff val="0"/>
            <a:alphaOff val="0"/>
          </a:schemeClr>
        </a:solidFill>
        <a:ln w="9525" cap="rnd" cmpd="sng" algn="ctr">
          <a:solidFill>
            <a:schemeClr val="dk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Bolalarga</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o’qish</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yozishga</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yordam</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beradigan</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maxsus</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kern="1200"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qurilmalar</a:t>
          </a:r>
          <a:r>
            <a:rPr lang="en-US" sz="28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ru-RU" sz="28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3845512" y="3614409"/>
        <a:ext cx="5185299" cy="1165938"/>
      </dsp:txXfrm>
    </dsp:sp>
    <dsp:sp modelId="{B6A6A27D-3469-421D-96DE-8F9B50A94643}">
      <dsp:nvSpPr>
        <dsp:cNvPr id="0" name=""/>
        <dsp:cNvSpPr/>
      </dsp:nvSpPr>
      <dsp:spPr>
        <a:xfrm>
          <a:off x="0" y="3420086"/>
          <a:ext cx="3845512" cy="1554584"/>
        </a:xfrm>
        <a:prstGeom prst="roundRect">
          <a:avLst/>
        </a:prstGeom>
        <a:gradFill rotWithShape="0">
          <a:gsLst>
            <a:gs pos="0">
              <a:schemeClr val="dk2">
                <a:hueOff val="0"/>
                <a:satOff val="0"/>
                <a:lumOff val="0"/>
                <a:alphaOff val="0"/>
                <a:tint val="80000"/>
                <a:lumMod val="105000"/>
              </a:schemeClr>
            </a:gs>
            <a:gs pos="100000">
              <a:schemeClr val="dk2">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b="1" kern="1200" dirty="0" smtClean="0">
              <a:latin typeface="Times New Roman" panose="02020603050405020304" pitchFamily="18" charset="0"/>
              <a:cs typeface="Times New Roman" panose="02020603050405020304" pitchFamily="18" charset="0"/>
            </a:rPr>
            <a:t>KOMPYUTER VA PLANSHETLAR</a:t>
          </a:r>
          <a:endParaRPr lang="ru-RU" sz="3200" b="1" kern="1200" dirty="0">
            <a:latin typeface="Times New Roman" panose="02020603050405020304" pitchFamily="18" charset="0"/>
            <a:cs typeface="Times New Roman" panose="02020603050405020304" pitchFamily="18" charset="0"/>
          </a:endParaRPr>
        </a:p>
      </dsp:txBody>
      <dsp:txXfrm>
        <a:off x="75889" y="3495975"/>
        <a:ext cx="3693734" cy="1402806"/>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FC145B-6E0C-49C4-BDE7-A4A5CBE4F856}" type="datetime1">
              <a:rPr lang="ru-RU" smtClean="0"/>
              <a:t>01.03.2025</a:t>
            </a:fld>
            <a:endParaRPr lang="ru-RU" dirty="0"/>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dirty="0"/>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7DC2EF-3F72-4895-ADDA-549349D4ABC0}" type="slidenum">
              <a:rPr lang="ru-RU" smtClean="0"/>
              <a:t>‹#›</a:t>
            </a:fld>
            <a:endParaRPr lang="ru-RU" dirty="0"/>
          </a:p>
        </p:txBody>
      </p:sp>
    </p:spTree>
    <p:extLst>
      <p:ext uri="{BB962C8B-B14F-4D97-AF65-F5344CB8AC3E}">
        <p14:creationId xmlns:p14="http://schemas.microsoft.com/office/powerpoint/2010/main" val="18984136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5767FF-6F6C-4BF3-A95A-BD85E9EA6D4F}" type="datetime1">
              <a:rPr lang="ru-RU" smtClean="0"/>
              <a:pPr/>
              <a:t>01.03.2025</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dirty="0" smtClean="0"/>
              <a:t>Образец текста</a:t>
            </a:r>
          </a:p>
          <a:p>
            <a:pPr lvl="1"/>
            <a:r>
              <a:rPr lang="ru-RU" noProof="0" dirty="0" smtClean="0"/>
              <a:t>Второй уровень</a:t>
            </a:r>
          </a:p>
          <a:p>
            <a:pPr lvl="2"/>
            <a:r>
              <a:rPr lang="ru-RU" noProof="0" dirty="0" smtClean="0"/>
              <a:t>Третий уровень</a:t>
            </a:r>
          </a:p>
          <a:p>
            <a:pPr lvl="3"/>
            <a:r>
              <a:rPr lang="ru-RU" noProof="0" dirty="0" smtClean="0"/>
              <a:t>Четвертый уровень</a:t>
            </a:r>
          </a:p>
          <a:p>
            <a:pPr lvl="4"/>
            <a:r>
              <a:rPr lang="ru-RU" noProof="0" dirty="0" smtClean="0"/>
              <a:t>Пятый уровень</a:t>
            </a:r>
            <a:endParaRPr lang="ru-RU" noProof="0" dirty="0"/>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3E0B50-3775-4BB1-BDC4-8FBE2A2F14D3}" type="slidenum">
              <a:rPr lang="ru-RU" noProof="0" smtClean="0"/>
              <a:t>‹#›</a:t>
            </a:fld>
            <a:endParaRPr lang="ru-RU" noProof="0" dirty="0"/>
          </a:p>
        </p:txBody>
      </p:sp>
    </p:spTree>
    <p:extLst>
      <p:ext uri="{BB962C8B-B14F-4D97-AF65-F5344CB8AC3E}">
        <p14:creationId xmlns:p14="http://schemas.microsoft.com/office/powerpoint/2010/main" val="178322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AB3E0B50-3775-4BB1-BDC4-8FBE2A2F14D3}" type="slidenum">
              <a:rPr lang="ru-RU" smtClean="0"/>
              <a:t>1</a:t>
            </a:fld>
            <a:endParaRPr lang="ru-RU" dirty="0"/>
          </a:p>
        </p:txBody>
      </p:sp>
    </p:spTree>
    <p:extLst>
      <p:ext uri="{BB962C8B-B14F-4D97-AF65-F5344CB8AC3E}">
        <p14:creationId xmlns:p14="http://schemas.microsoft.com/office/powerpoint/2010/main" val="45807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AB3E0B50-3775-4BB1-BDC4-8FBE2A2F14D3}" type="slidenum">
              <a:rPr lang="ru-RU" smtClean="0"/>
              <a:t>2</a:t>
            </a:fld>
            <a:endParaRPr lang="ru-RU" dirty="0"/>
          </a:p>
        </p:txBody>
      </p:sp>
    </p:spTree>
    <p:extLst>
      <p:ext uri="{BB962C8B-B14F-4D97-AF65-F5344CB8AC3E}">
        <p14:creationId xmlns:p14="http://schemas.microsoft.com/office/powerpoint/2010/main" val="149663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AB3E0B50-3775-4BB1-BDC4-8FBE2A2F14D3}" type="slidenum">
              <a:rPr lang="ru-RU" smtClean="0"/>
              <a:t>3</a:t>
            </a:fld>
            <a:endParaRPr lang="ru-RU" dirty="0"/>
          </a:p>
        </p:txBody>
      </p:sp>
    </p:spTree>
    <p:extLst>
      <p:ext uri="{BB962C8B-B14F-4D97-AF65-F5344CB8AC3E}">
        <p14:creationId xmlns:p14="http://schemas.microsoft.com/office/powerpoint/2010/main" val="2330667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11" name="Полилиния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ctrTitle"/>
          </p:nvPr>
        </p:nvSpPr>
        <p:spPr>
          <a:xfrm>
            <a:off x="810001" y="1449147"/>
            <a:ext cx="10572000" cy="2971051"/>
          </a:xfrm>
        </p:spPr>
        <p:txBody>
          <a:bodyPr rtlCol="0"/>
          <a:lstStyle>
            <a:lvl1pPr>
              <a:defRPr sz="5400"/>
            </a:lvl1pPr>
          </a:lstStyle>
          <a:p>
            <a:pPr rtl="0"/>
            <a:r>
              <a:rPr lang="ru-RU" noProof="0" smtClean="0"/>
              <a:t>Образец заголовка</a:t>
            </a:r>
            <a:endParaRPr lang="ru-RU" noProof="0" dirty="0"/>
          </a:p>
        </p:txBody>
      </p:sp>
      <p:sp>
        <p:nvSpPr>
          <p:cNvPr id="3" name="Подзаголовок 2"/>
          <p:cNvSpPr>
            <a:spLocks noGrp="1"/>
          </p:cNvSpPr>
          <p:nvPr>
            <p:ph type="subTitle" idx="1"/>
          </p:nvPr>
        </p:nvSpPr>
        <p:spPr>
          <a:xfrm>
            <a:off x="810001" y="5280847"/>
            <a:ext cx="10572000" cy="434974"/>
          </a:xfrm>
        </p:spPr>
        <p:txBody>
          <a:bodyPr rtlCol="0"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ru-RU" noProof="0" smtClean="0"/>
              <a:t>Образец подзаголовка</a:t>
            </a:r>
            <a:endParaRPr lang="ru-RU" noProof="0" dirty="0"/>
          </a:p>
        </p:txBody>
      </p:sp>
      <p:sp>
        <p:nvSpPr>
          <p:cNvPr id="4" name="Дата 3"/>
          <p:cNvSpPr>
            <a:spLocks noGrp="1"/>
          </p:cNvSpPr>
          <p:nvPr>
            <p:ph type="dt" sz="half" idx="10"/>
          </p:nvPr>
        </p:nvSpPr>
        <p:spPr/>
        <p:txBody>
          <a:bodyPr rtlCol="0"/>
          <a:lstStyle/>
          <a:p>
            <a:pPr rtl="0"/>
            <a:fld id="{4A02DAB0-89CB-4D86-AB0D-82AB01765D8B}" type="datetime1">
              <a:rPr lang="ru-RU" noProof="0" smtClean="0"/>
              <a:t>01.03.2025</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3886479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11" name="Полилиния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a:xfrm>
            <a:off x="810000" y="447188"/>
            <a:ext cx="10571998" cy="970450"/>
          </a:xfrm>
        </p:spPr>
        <p:txBody>
          <a:bodyPr rtlCol="0"/>
          <a:lstStyle/>
          <a:p>
            <a:pPr rtl="0"/>
            <a:r>
              <a:rPr lang="ru-RU" noProof="0" smtClean="0"/>
              <a:t>Образец заголовка</a:t>
            </a:r>
            <a:endParaRPr lang="ru-RU" noProof="0" dirty="0"/>
          </a:p>
        </p:txBody>
      </p:sp>
      <p:sp>
        <p:nvSpPr>
          <p:cNvPr id="3" name="Объект 2"/>
          <p:cNvSpPr>
            <a:spLocks noGrp="1"/>
          </p:cNvSpPr>
          <p:nvPr>
            <p:ph idx="1"/>
          </p:nvPr>
        </p:nvSpPr>
        <p:spPr>
          <a:xfrm>
            <a:off x="818712" y="2222287"/>
            <a:ext cx="10554574" cy="3636511"/>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Дата 3"/>
          <p:cNvSpPr>
            <a:spLocks noGrp="1"/>
          </p:cNvSpPr>
          <p:nvPr>
            <p:ph type="dt" sz="half" idx="10"/>
          </p:nvPr>
        </p:nvSpPr>
        <p:spPr/>
        <p:txBody>
          <a:bodyPr rtlCol="0"/>
          <a:lstStyle/>
          <a:p>
            <a:pPr rtl="0"/>
            <a:fld id="{ADD35E00-37A5-4ACA-8897-5C2383E38C36}" type="datetime1">
              <a:rPr lang="ru-RU" noProof="0" smtClean="0"/>
              <a:t>01.03.2025</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1789722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10" name="Полилиния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a:xfrm>
            <a:off x="810000" y="2951396"/>
            <a:ext cx="10561418" cy="1468800"/>
          </a:xfrm>
        </p:spPr>
        <p:txBody>
          <a:bodyPr rtlCol="0" anchor="b"/>
          <a:lstStyle>
            <a:lvl1pPr algn="r">
              <a:defRPr sz="4800" b="1" cap="none"/>
            </a:lvl1pPr>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810000" y="5281201"/>
            <a:ext cx="10561418" cy="433955"/>
          </a:xfrm>
        </p:spPr>
        <p:txBody>
          <a:bodyPr rtlCol="0"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ru-RU" noProof="0" smtClean="0"/>
              <a:t>Образец текста</a:t>
            </a:r>
          </a:p>
        </p:txBody>
      </p:sp>
      <p:sp>
        <p:nvSpPr>
          <p:cNvPr id="4" name="Дата 3"/>
          <p:cNvSpPr>
            <a:spLocks noGrp="1"/>
          </p:cNvSpPr>
          <p:nvPr>
            <p:ph type="dt" sz="half" idx="10"/>
          </p:nvPr>
        </p:nvSpPr>
        <p:spPr/>
        <p:txBody>
          <a:bodyPr rtlCol="0"/>
          <a:lstStyle/>
          <a:p>
            <a:pPr rtl="0"/>
            <a:fld id="{AC7E479E-710A-47A8-8314-E85AE652CB80}" type="datetime1">
              <a:rPr lang="ru-RU" noProof="0" smtClean="0"/>
              <a:t>01.03.2025</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360627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Полилиния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p:txBody>
          <a:bodyPr rtlCol="0"/>
          <a:lstStyle/>
          <a:p>
            <a:pPr rtl="0"/>
            <a:r>
              <a:rPr lang="ru-RU" noProof="0" smtClean="0"/>
              <a:t>Образец заголовка</a:t>
            </a:r>
            <a:endParaRPr lang="ru-RU" noProof="0" dirty="0"/>
          </a:p>
        </p:txBody>
      </p:sp>
      <p:sp>
        <p:nvSpPr>
          <p:cNvPr id="3" name="Объект 2"/>
          <p:cNvSpPr>
            <a:spLocks noGrp="1"/>
          </p:cNvSpPr>
          <p:nvPr>
            <p:ph sz="half" idx="1"/>
          </p:nvPr>
        </p:nvSpPr>
        <p:spPr>
          <a:xfrm>
            <a:off x="818712" y="2222287"/>
            <a:ext cx="5185873" cy="3638763"/>
          </a:xfrm>
        </p:spPr>
        <p:txBody>
          <a:bodyPr rtlCol="0">
            <a:normAutofit/>
          </a:body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Объект 3"/>
          <p:cNvSpPr>
            <a:spLocks noGrp="1"/>
          </p:cNvSpPr>
          <p:nvPr>
            <p:ph sz="half" idx="2"/>
          </p:nvPr>
        </p:nvSpPr>
        <p:spPr>
          <a:xfrm>
            <a:off x="6187415" y="2222287"/>
            <a:ext cx="5194583" cy="3638764"/>
          </a:xfrm>
        </p:spPr>
        <p:txBody>
          <a:bodyPr rtlCol="0">
            <a:normAutofit/>
          </a:body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Дата 4"/>
          <p:cNvSpPr>
            <a:spLocks noGrp="1"/>
          </p:cNvSpPr>
          <p:nvPr>
            <p:ph type="dt" sz="half" idx="10"/>
          </p:nvPr>
        </p:nvSpPr>
        <p:spPr/>
        <p:txBody>
          <a:bodyPr rtlCol="0"/>
          <a:lstStyle/>
          <a:p>
            <a:pPr rtl="0"/>
            <a:fld id="{0A84B524-AF16-4360-9E48-BD4C9F36ECC7}" type="datetime1">
              <a:rPr lang="ru-RU" noProof="0" smtClean="0"/>
              <a:t>01.03.2025</a:t>
            </a:fld>
            <a:endParaRPr lang="ru-RU" noProof="0" dirty="0"/>
          </a:p>
        </p:txBody>
      </p:sp>
      <p:sp>
        <p:nvSpPr>
          <p:cNvPr id="6" name="Нижний колонтитул 5"/>
          <p:cNvSpPr>
            <a:spLocks noGrp="1"/>
          </p:cNvSpPr>
          <p:nvPr>
            <p:ph type="ftr" sz="quarter" idx="11"/>
          </p:nvPr>
        </p:nvSpPr>
        <p:spPr/>
        <p:txBody>
          <a:bodyPr rtlCol="0"/>
          <a:lstStyle/>
          <a:p>
            <a:pPr rtl="0"/>
            <a:endParaRPr lang="ru-RU" noProof="0" dirty="0"/>
          </a:p>
        </p:txBody>
      </p:sp>
      <p:sp>
        <p:nvSpPr>
          <p:cNvPr id="7" name="Номер слайда 6"/>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3646789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Полилиния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p:txBody>
          <a:bodyPr rtlCol="0"/>
          <a:lstStyle>
            <a:lvl1pPr>
              <a:defRPr/>
            </a:lvl1pPr>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814728" y="2174875"/>
            <a:ext cx="5189857" cy="576262"/>
          </a:xfrm>
        </p:spPr>
        <p:txBody>
          <a:bodyPr rtlCol="0"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4" name="Объект 3"/>
          <p:cNvSpPr>
            <a:spLocks noGrp="1"/>
          </p:cNvSpPr>
          <p:nvPr>
            <p:ph sz="half" idx="2"/>
          </p:nvPr>
        </p:nvSpPr>
        <p:spPr>
          <a:xfrm>
            <a:off x="814729" y="2751138"/>
            <a:ext cx="5189856" cy="3109913"/>
          </a:xfrm>
        </p:spPr>
        <p:txBody>
          <a:bodyPr rtlCol="0" anchor="t">
            <a:normAutofit/>
          </a:body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p:cNvSpPr>
            <a:spLocks noGrp="1"/>
          </p:cNvSpPr>
          <p:nvPr>
            <p:ph type="body" sz="quarter" idx="3"/>
          </p:nvPr>
        </p:nvSpPr>
        <p:spPr>
          <a:xfrm>
            <a:off x="6187415" y="2174875"/>
            <a:ext cx="5194583" cy="576262"/>
          </a:xfrm>
        </p:spPr>
        <p:txBody>
          <a:bodyPr rtlCol="0"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6" name="Объект 5"/>
          <p:cNvSpPr>
            <a:spLocks noGrp="1"/>
          </p:cNvSpPr>
          <p:nvPr>
            <p:ph sz="quarter" idx="4"/>
          </p:nvPr>
        </p:nvSpPr>
        <p:spPr>
          <a:xfrm>
            <a:off x="6187415" y="2751138"/>
            <a:ext cx="5194583" cy="3109913"/>
          </a:xfrm>
        </p:spPr>
        <p:txBody>
          <a:bodyPr rtlCol="0" anchor="t">
            <a:normAutofit/>
          </a:body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7" name="Дата 6"/>
          <p:cNvSpPr>
            <a:spLocks noGrp="1"/>
          </p:cNvSpPr>
          <p:nvPr>
            <p:ph type="dt" sz="half" idx="10"/>
          </p:nvPr>
        </p:nvSpPr>
        <p:spPr/>
        <p:txBody>
          <a:bodyPr rtlCol="0"/>
          <a:lstStyle/>
          <a:p>
            <a:pPr rtl="0"/>
            <a:fld id="{C9A2393C-7288-4C62-BFEF-AA4A805EC109}" type="datetime1">
              <a:rPr lang="ru-RU" noProof="0" smtClean="0"/>
              <a:t>01.03.2025</a:t>
            </a:fld>
            <a:endParaRPr lang="ru-RU" noProof="0" dirty="0"/>
          </a:p>
        </p:txBody>
      </p:sp>
      <p:sp>
        <p:nvSpPr>
          <p:cNvPr id="8" name="Нижний колонтитул 7"/>
          <p:cNvSpPr>
            <a:spLocks noGrp="1"/>
          </p:cNvSpPr>
          <p:nvPr>
            <p:ph type="ftr" sz="quarter" idx="11"/>
          </p:nvPr>
        </p:nvSpPr>
        <p:spPr/>
        <p:txBody>
          <a:bodyPr rtlCol="0"/>
          <a:lstStyle/>
          <a:p>
            <a:pPr rtl="0"/>
            <a:endParaRPr lang="ru-RU" noProof="0" dirty="0"/>
          </a:p>
        </p:txBody>
      </p:sp>
      <p:sp>
        <p:nvSpPr>
          <p:cNvPr id="9" name="Номер слайда 8"/>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940486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Полилиния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p:txBody>
          <a:bodyPr rtlCol="0"/>
          <a:lstStyle/>
          <a:p>
            <a:pPr rtl="0"/>
            <a:r>
              <a:rPr lang="ru-RU" noProof="0" smtClean="0"/>
              <a:t>Образец заголовка</a:t>
            </a:r>
            <a:endParaRPr lang="ru-RU" noProof="0" dirty="0"/>
          </a:p>
        </p:txBody>
      </p:sp>
      <p:sp>
        <p:nvSpPr>
          <p:cNvPr id="3" name="Дата 2"/>
          <p:cNvSpPr>
            <a:spLocks noGrp="1"/>
          </p:cNvSpPr>
          <p:nvPr>
            <p:ph type="dt" sz="half" idx="10"/>
          </p:nvPr>
        </p:nvSpPr>
        <p:spPr/>
        <p:txBody>
          <a:bodyPr rtlCol="0"/>
          <a:lstStyle/>
          <a:p>
            <a:pPr rtl="0"/>
            <a:fld id="{5ED741C8-2B8E-4E22-B7FF-59468779F37E}" type="datetime1">
              <a:rPr lang="ru-RU" noProof="0" smtClean="0"/>
              <a:t>01.03.2025</a:t>
            </a:fld>
            <a:endParaRPr lang="ru-RU" noProof="0" dirty="0"/>
          </a:p>
        </p:txBody>
      </p:sp>
      <p:sp>
        <p:nvSpPr>
          <p:cNvPr id="4" name="Нижний колонтитул 3"/>
          <p:cNvSpPr>
            <a:spLocks noGrp="1"/>
          </p:cNvSpPr>
          <p:nvPr>
            <p:ph type="ftr" sz="quarter" idx="11"/>
          </p:nvPr>
        </p:nvSpPr>
        <p:spPr/>
        <p:txBody>
          <a:bodyPr rtlCol="0"/>
          <a:lstStyle/>
          <a:p>
            <a:pPr rtl="0"/>
            <a:endParaRPr lang="ru-RU" noProof="0" dirty="0"/>
          </a:p>
        </p:txBody>
      </p:sp>
      <p:sp>
        <p:nvSpPr>
          <p:cNvPr id="5" name="Номер слайда 4"/>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2020790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rtlCol="0"/>
          <a:lstStyle/>
          <a:p>
            <a:pPr rtl="0"/>
            <a:fld id="{5BD77619-5978-41B2-B1F7-95FB5ED65D8F}" type="datetime1">
              <a:rPr lang="ru-RU" noProof="0" smtClean="0"/>
              <a:t>01.03.2025</a:t>
            </a:fld>
            <a:endParaRPr lang="ru-RU" noProof="0" dirty="0"/>
          </a:p>
        </p:txBody>
      </p:sp>
      <p:sp>
        <p:nvSpPr>
          <p:cNvPr id="3" name="Нижний колонтитул 2"/>
          <p:cNvSpPr>
            <a:spLocks noGrp="1"/>
          </p:cNvSpPr>
          <p:nvPr>
            <p:ph type="ftr" sz="quarter" idx="11"/>
          </p:nvPr>
        </p:nvSpPr>
        <p:spPr/>
        <p:txBody>
          <a:bodyPr rtlCol="0"/>
          <a:lstStyle/>
          <a:p>
            <a:pPr rtl="0"/>
            <a:endParaRPr lang="ru-RU" noProof="0" dirty="0"/>
          </a:p>
        </p:txBody>
      </p:sp>
      <p:sp>
        <p:nvSpPr>
          <p:cNvPr id="4" name="Номер слайда 3"/>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2099988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12" name="Полилиния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a:xfrm>
            <a:off x="1073151" y="446088"/>
            <a:ext cx="3547533" cy="1618396"/>
          </a:xfrm>
        </p:spPr>
        <p:txBody>
          <a:bodyPr rtlCol="0" anchor="b"/>
          <a:lstStyle>
            <a:lvl1pPr algn="l">
              <a:defRPr sz="2000" b="1"/>
            </a:lvl1pPr>
          </a:lstStyle>
          <a:p>
            <a:pPr rtl="0"/>
            <a:r>
              <a:rPr lang="ru-RU" noProof="0" smtClean="0"/>
              <a:t>Образец заголовка</a:t>
            </a:r>
            <a:endParaRPr lang="ru-RU" noProof="0" dirty="0"/>
          </a:p>
        </p:txBody>
      </p:sp>
      <p:sp>
        <p:nvSpPr>
          <p:cNvPr id="3" name="Объект 2"/>
          <p:cNvSpPr>
            <a:spLocks noGrp="1"/>
          </p:cNvSpPr>
          <p:nvPr>
            <p:ph idx="1"/>
          </p:nvPr>
        </p:nvSpPr>
        <p:spPr>
          <a:xfrm>
            <a:off x="4855633" y="446088"/>
            <a:ext cx="6252633" cy="5414963"/>
          </a:xfrm>
        </p:spPr>
        <p:txBody>
          <a:bodyPr rtlCol="0">
            <a:normAutofit/>
          </a:body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Текст 3"/>
          <p:cNvSpPr>
            <a:spLocks noGrp="1"/>
          </p:cNvSpPr>
          <p:nvPr>
            <p:ph type="body" sz="half" idx="2"/>
          </p:nvPr>
        </p:nvSpPr>
        <p:spPr>
          <a:xfrm>
            <a:off x="1073151" y="2260738"/>
            <a:ext cx="3547533" cy="3600311"/>
          </a:xfrm>
        </p:spPr>
        <p:txBody>
          <a:bodyPr rtlCol="0"/>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5" name="Дата 4"/>
          <p:cNvSpPr>
            <a:spLocks noGrp="1"/>
          </p:cNvSpPr>
          <p:nvPr>
            <p:ph type="dt" sz="half" idx="10"/>
          </p:nvPr>
        </p:nvSpPr>
        <p:spPr/>
        <p:txBody>
          <a:bodyPr rtlCol="0"/>
          <a:lstStyle/>
          <a:p>
            <a:pPr rtl="0"/>
            <a:fld id="{6998D957-1CDD-434C-B4B6-AC0234BE7DB2}" type="datetime1">
              <a:rPr lang="ru-RU" noProof="0" smtClean="0"/>
              <a:t>01.03.2025</a:t>
            </a:fld>
            <a:endParaRPr lang="ru-RU" noProof="0" dirty="0"/>
          </a:p>
        </p:txBody>
      </p:sp>
      <p:sp>
        <p:nvSpPr>
          <p:cNvPr id="6" name="Нижний колонтитул 5"/>
          <p:cNvSpPr>
            <a:spLocks noGrp="1"/>
          </p:cNvSpPr>
          <p:nvPr>
            <p:ph type="ftr" sz="quarter" idx="11"/>
          </p:nvPr>
        </p:nvSpPr>
        <p:spPr/>
        <p:txBody>
          <a:bodyPr rtlCol="0"/>
          <a:lstStyle/>
          <a:p>
            <a:pPr rtl="0"/>
            <a:endParaRPr lang="ru-RU" noProof="0" dirty="0"/>
          </a:p>
        </p:txBody>
      </p:sp>
      <p:sp>
        <p:nvSpPr>
          <p:cNvPr id="7" name="Номер слайда 6"/>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91170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14728" y="727522"/>
            <a:ext cx="4852988" cy="1617163"/>
          </a:xfrm>
        </p:spPr>
        <p:txBody>
          <a:bodyPr rtlCol="0" anchor="b">
            <a:normAutofit/>
          </a:bodyPr>
          <a:lstStyle>
            <a:lvl1pPr algn="l">
              <a:defRPr sz="2400" b="0"/>
            </a:lvl1pPr>
          </a:lstStyle>
          <a:p>
            <a:pPr rtl="0"/>
            <a:r>
              <a:rPr lang="ru-RU" noProof="0" smtClean="0"/>
              <a:t>Образец заголовка</a:t>
            </a:r>
            <a:endParaRPr lang="ru-RU" noProof="0" dirty="0"/>
          </a:p>
        </p:txBody>
      </p:sp>
      <p:sp>
        <p:nvSpPr>
          <p:cNvPr id="9" name="Рисунок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rtlCol="0" anchor="t" anchorCtr="0" compatLnSpc="1">
            <a:prstTxWarp prst="textNoShape">
              <a:avLst/>
            </a:prstTxWarp>
            <a:normAutofit/>
          </a:bodyPr>
          <a:lstStyle>
            <a:lvl1pPr algn="ctr">
              <a:buFontTx/>
              <a:buNone/>
              <a:defRPr sz="1400"/>
            </a:lvl1pPr>
          </a:lstStyle>
          <a:p>
            <a:pPr rtl="0"/>
            <a:r>
              <a:rPr lang="ru-RU" noProof="0" smtClean="0"/>
              <a:t>Вставка рисунка</a:t>
            </a:r>
            <a:endParaRPr lang="ru-RU" noProof="0" dirty="0"/>
          </a:p>
        </p:txBody>
      </p:sp>
      <p:sp>
        <p:nvSpPr>
          <p:cNvPr id="4" name="Текст 3"/>
          <p:cNvSpPr>
            <a:spLocks noGrp="1"/>
          </p:cNvSpPr>
          <p:nvPr>
            <p:ph type="body" sz="half" idx="2"/>
          </p:nvPr>
        </p:nvSpPr>
        <p:spPr>
          <a:xfrm>
            <a:off x="814728" y="2344684"/>
            <a:ext cx="4852988" cy="3516365"/>
          </a:xfrm>
        </p:spPr>
        <p:txBody>
          <a:bodyPr rtlCol="0"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5" name="Дата 4"/>
          <p:cNvSpPr>
            <a:spLocks noGrp="1"/>
          </p:cNvSpPr>
          <p:nvPr>
            <p:ph type="dt" sz="half" idx="10"/>
          </p:nvPr>
        </p:nvSpPr>
        <p:spPr>
          <a:xfrm>
            <a:off x="3885810" y="6041362"/>
            <a:ext cx="976879" cy="365125"/>
          </a:xfrm>
        </p:spPr>
        <p:txBody>
          <a:bodyPr rtlCol="0"/>
          <a:lstStyle/>
          <a:p>
            <a:pPr rtl="0"/>
            <a:fld id="{8E103758-1FA0-4733-971B-FEF61DC94609}" type="datetime1">
              <a:rPr lang="ru-RU" noProof="0" smtClean="0"/>
              <a:t>01.03.2025</a:t>
            </a:fld>
            <a:endParaRPr lang="ru-RU" noProof="0" dirty="0"/>
          </a:p>
        </p:txBody>
      </p:sp>
      <p:sp>
        <p:nvSpPr>
          <p:cNvPr id="6" name="Нижний колонтитул 5"/>
          <p:cNvSpPr>
            <a:spLocks noGrp="1"/>
          </p:cNvSpPr>
          <p:nvPr>
            <p:ph type="ftr" sz="quarter" idx="11"/>
          </p:nvPr>
        </p:nvSpPr>
        <p:spPr>
          <a:xfrm>
            <a:off x="590396" y="6041362"/>
            <a:ext cx="3295413" cy="365125"/>
          </a:xfrm>
        </p:spPr>
        <p:txBody>
          <a:bodyPr rtlCol="0"/>
          <a:lstStyle/>
          <a:p>
            <a:pPr rtl="0"/>
            <a:endParaRPr lang="ru-RU" noProof="0" dirty="0"/>
          </a:p>
        </p:txBody>
      </p:sp>
      <p:sp>
        <p:nvSpPr>
          <p:cNvPr id="7" name="Номер слайда 6"/>
          <p:cNvSpPr>
            <a:spLocks noGrp="1"/>
          </p:cNvSpPr>
          <p:nvPr>
            <p:ph type="sldNum" sz="quarter" idx="12"/>
          </p:nvPr>
        </p:nvSpPr>
        <p:spPr>
          <a:xfrm>
            <a:off x="4862689" y="5915888"/>
            <a:ext cx="1062155" cy="490599"/>
          </a:xfrm>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155374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ый 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10000" y="4800600"/>
            <a:ext cx="10561418" cy="566738"/>
          </a:xfrm>
        </p:spPr>
        <p:txBody>
          <a:bodyPr rtlCol="0" anchor="b">
            <a:normAutofit/>
          </a:bodyPr>
          <a:lstStyle>
            <a:lvl1pPr algn="l">
              <a:defRPr sz="2400" b="0"/>
            </a:lvl1pPr>
          </a:lstStyle>
          <a:p>
            <a:pPr rtl="0"/>
            <a:r>
              <a:rPr lang="ru-RU" noProof="0" smtClean="0"/>
              <a:t>Образец заголовка</a:t>
            </a:r>
            <a:endParaRPr lang="ru-RU" noProof="0" dirty="0"/>
          </a:p>
        </p:txBody>
      </p:sp>
      <p:sp>
        <p:nvSpPr>
          <p:cNvPr id="15" name="Рисунок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rtlCol="0" anchor="t" anchorCtr="0" compatLnSpc="1">
            <a:prstTxWarp prst="textNoShape">
              <a:avLst/>
            </a:prstTxWarp>
            <a:normAutofit/>
          </a:bodyPr>
          <a:lstStyle>
            <a:lvl1pPr marL="0" indent="0" algn="ctr">
              <a:buFontTx/>
              <a:buNone/>
              <a:defRPr sz="1600"/>
            </a:lvl1pPr>
          </a:lstStyle>
          <a:p>
            <a:pPr rtl="0"/>
            <a:r>
              <a:rPr lang="ru-RU" noProof="0" smtClean="0"/>
              <a:t>Вставка рисунка</a:t>
            </a:r>
            <a:endParaRPr lang="ru-RU" noProof="0" dirty="0"/>
          </a:p>
        </p:txBody>
      </p:sp>
      <p:sp>
        <p:nvSpPr>
          <p:cNvPr id="4" name="Текст 3"/>
          <p:cNvSpPr>
            <a:spLocks noGrp="1"/>
          </p:cNvSpPr>
          <p:nvPr>
            <p:ph type="body" sz="half" idx="2"/>
          </p:nvPr>
        </p:nvSpPr>
        <p:spPr>
          <a:xfrm>
            <a:off x="810000" y="5367338"/>
            <a:ext cx="10561418" cy="493712"/>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5" name="Дата 4"/>
          <p:cNvSpPr>
            <a:spLocks noGrp="1"/>
          </p:cNvSpPr>
          <p:nvPr>
            <p:ph type="dt" sz="half" idx="10"/>
          </p:nvPr>
        </p:nvSpPr>
        <p:spPr/>
        <p:txBody>
          <a:bodyPr rtlCol="0"/>
          <a:lstStyle/>
          <a:p>
            <a:pPr rtl="0"/>
            <a:fld id="{38F10109-5D77-4BC7-B3C1-6C357D0EC6C6}" type="datetime1">
              <a:rPr lang="ru-RU" noProof="0" smtClean="0"/>
              <a:t>01.03.2025</a:t>
            </a:fld>
            <a:endParaRPr lang="ru-RU" noProof="0" dirty="0"/>
          </a:p>
        </p:txBody>
      </p:sp>
      <p:sp>
        <p:nvSpPr>
          <p:cNvPr id="6" name="Нижний колонтитул 5"/>
          <p:cNvSpPr>
            <a:spLocks noGrp="1"/>
          </p:cNvSpPr>
          <p:nvPr>
            <p:ph type="ftr" sz="quarter" idx="11"/>
          </p:nvPr>
        </p:nvSpPr>
        <p:spPr/>
        <p:txBody>
          <a:bodyPr rtlCol="0"/>
          <a:lstStyle/>
          <a:p>
            <a:pPr rtl="0"/>
            <a:endParaRPr lang="ru-RU" noProof="0" dirty="0"/>
          </a:p>
        </p:txBody>
      </p:sp>
      <p:sp>
        <p:nvSpPr>
          <p:cNvPr id="7" name="Номер слайда 6"/>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3363837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8" name="Полилиния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a:xfrm>
            <a:off x="850985" y="1238502"/>
            <a:ext cx="5893840" cy="2645912"/>
          </a:xfrm>
        </p:spPr>
        <p:txBody>
          <a:bodyPr rtlCol="0" anchor="b"/>
          <a:lstStyle>
            <a:lvl1pPr algn="l">
              <a:defRPr sz="4200" b="1" cap="none"/>
            </a:lvl1pPr>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853190" y="4443680"/>
            <a:ext cx="5891636" cy="713241"/>
          </a:xfrm>
        </p:spPr>
        <p:txBody>
          <a:bodyPr rtlCol="0"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ru-RU" noProof="0" smtClean="0"/>
              <a:t>Образец текста</a:t>
            </a:r>
          </a:p>
        </p:txBody>
      </p:sp>
      <p:sp>
        <p:nvSpPr>
          <p:cNvPr id="9" name="Текст 5"/>
          <p:cNvSpPr>
            <a:spLocks noGrp="1"/>
          </p:cNvSpPr>
          <p:nvPr>
            <p:ph type="body" sz="quarter" idx="16"/>
          </p:nvPr>
        </p:nvSpPr>
        <p:spPr>
          <a:xfrm>
            <a:off x="7574642" y="1081456"/>
            <a:ext cx="3810001" cy="4075465"/>
          </a:xfrm>
        </p:spPr>
        <p:txBody>
          <a:bodyPr rtlCol="0" anchor="t"/>
          <a:lstStyle>
            <a:lvl1pPr marL="0" indent="0">
              <a:buFontTx/>
              <a:buNone/>
              <a:defRPr/>
            </a:lvl1pPr>
          </a:lstStyle>
          <a:p>
            <a:pPr lvl="0" rtl="0"/>
            <a:r>
              <a:rPr lang="ru-RU" noProof="0" smtClean="0"/>
              <a:t>Образец текста</a:t>
            </a:r>
          </a:p>
        </p:txBody>
      </p:sp>
      <p:sp>
        <p:nvSpPr>
          <p:cNvPr id="4" name="Дата 3"/>
          <p:cNvSpPr>
            <a:spLocks noGrp="1"/>
          </p:cNvSpPr>
          <p:nvPr>
            <p:ph type="dt" sz="half" idx="10"/>
          </p:nvPr>
        </p:nvSpPr>
        <p:spPr/>
        <p:txBody>
          <a:bodyPr rtlCol="0"/>
          <a:lstStyle/>
          <a:p>
            <a:pPr rtl="0"/>
            <a:fld id="{6201BD55-1E8E-4FF1-B8C7-E7D9F314693A}" type="datetime1">
              <a:rPr lang="ru-RU" noProof="0" smtClean="0"/>
              <a:t>01.03.2025</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4066776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с именем">
    <p:spTree>
      <p:nvGrpSpPr>
        <p:cNvPr id="1" name=""/>
        <p:cNvGrpSpPr/>
        <p:nvPr/>
      </p:nvGrpSpPr>
      <p:grpSpPr>
        <a:xfrm>
          <a:off x="0" y="0"/>
          <a:ext cx="0" cy="0"/>
          <a:chOff x="0" y="0"/>
          <a:chExt cx="0" cy="0"/>
        </a:xfrm>
      </p:grpSpPr>
      <p:sp>
        <p:nvSpPr>
          <p:cNvPr id="9" name="Полилиния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Заголовок 1"/>
          <p:cNvSpPr>
            <a:spLocks noGrp="1"/>
          </p:cNvSpPr>
          <p:nvPr>
            <p:ph type="title"/>
          </p:nvPr>
        </p:nvSpPr>
        <p:spPr>
          <a:xfrm>
            <a:off x="1357089" y="2435957"/>
            <a:ext cx="4382521" cy="2007789"/>
          </a:xfrm>
        </p:spPr>
        <p:txBody>
          <a:bodyPr rtlCol="0"/>
          <a:lstStyle>
            <a:lvl1pPr>
              <a:defRPr sz="3200"/>
            </a:lvl1pPr>
          </a:lstStyle>
          <a:p>
            <a:pPr rtl="0"/>
            <a:r>
              <a:rPr lang="ru-RU" noProof="0" smtClean="0"/>
              <a:t>Образец заголовка</a:t>
            </a:r>
            <a:endParaRPr lang="ru-RU" noProof="0" dirty="0"/>
          </a:p>
        </p:txBody>
      </p:sp>
      <p:sp>
        <p:nvSpPr>
          <p:cNvPr id="6" name="Текст 5"/>
          <p:cNvSpPr>
            <a:spLocks noGrp="1"/>
          </p:cNvSpPr>
          <p:nvPr>
            <p:ph type="body" sz="quarter" idx="16"/>
          </p:nvPr>
        </p:nvSpPr>
        <p:spPr>
          <a:xfrm>
            <a:off x="6156000" y="2286000"/>
            <a:ext cx="4880300" cy="2295525"/>
          </a:xfrm>
        </p:spPr>
        <p:txBody>
          <a:bodyPr rtlCol="0" anchor="t"/>
          <a:lstStyle>
            <a:lvl1pPr marL="0" indent="0">
              <a:buFontTx/>
              <a:buNone/>
              <a:defRPr/>
            </a:lvl1pPr>
          </a:lstStyle>
          <a:p>
            <a:pPr lvl="0" rtl="0"/>
            <a:r>
              <a:rPr lang="ru-RU" noProof="0" smtClean="0"/>
              <a:t>Образец текста</a:t>
            </a:r>
          </a:p>
        </p:txBody>
      </p:sp>
      <p:sp>
        <p:nvSpPr>
          <p:cNvPr id="2" name="Дата 1"/>
          <p:cNvSpPr>
            <a:spLocks noGrp="1"/>
          </p:cNvSpPr>
          <p:nvPr>
            <p:ph type="dt" sz="half" idx="10"/>
          </p:nvPr>
        </p:nvSpPr>
        <p:spPr/>
        <p:txBody>
          <a:bodyPr rtlCol="0"/>
          <a:lstStyle/>
          <a:p>
            <a:pPr rtl="0"/>
            <a:fld id="{4201764C-E48B-4D94-AE70-075A9C93A684}" type="datetime1">
              <a:rPr lang="ru-RU" noProof="0" smtClean="0"/>
              <a:t>01.03.2025</a:t>
            </a:fld>
            <a:endParaRPr lang="ru-RU" noProof="0" dirty="0"/>
          </a:p>
        </p:txBody>
      </p:sp>
      <p:sp>
        <p:nvSpPr>
          <p:cNvPr id="3" name="Нижний колонтитул 2"/>
          <p:cNvSpPr>
            <a:spLocks noGrp="1"/>
          </p:cNvSpPr>
          <p:nvPr>
            <p:ph type="ftr" sz="quarter" idx="11"/>
          </p:nvPr>
        </p:nvSpPr>
        <p:spPr/>
        <p:txBody>
          <a:bodyPr rtlCol="0"/>
          <a:lstStyle/>
          <a:p>
            <a:pPr rtl="0"/>
            <a:endParaRPr lang="ru-RU" noProof="0" dirty="0"/>
          </a:p>
        </p:txBody>
      </p:sp>
      <p:sp>
        <p:nvSpPr>
          <p:cNvPr id="4" name="Номер слайда 3"/>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4197967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7" name="Полилиния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p:txBody>
          <a:bodyPr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p:txBody>
          <a:bodyPr vert="eaVert" rtlCol="0" anchor="t"/>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Дата 3"/>
          <p:cNvSpPr>
            <a:spLocks noGrp="1"/>
          </p:cNvSpPr>
          <p:nvPr>
            <p:ph type="dt" sz="half" idx="10"/>
          </p:nvPr>
        </p:nvSpPr>
        <p:spPr/>
        <p:txBody>
          <a:bodyPr rtlCol="0"/>
          <a:lstStyle/>
          <a:p>
            <a:pPr rtl="0"/>
            <a:fld id="{3488AE98-0065-4AC3-ACC4-6F9B30FF41A4}" type="datetime1">
              <a:rPr lang="ru-RU" noProof="0" smtClean="0"/>
              <a:t>01.03.2025</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513690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12" name="Полилиния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Вертикальный заголовок 1"/>
          <p:cNvSpPr>
            <a:spLocks noGrp="1"/>
          </p:cNvSpPr>
          <p:nvPr>
            <p:ph type="title" orient="vert"/>
          </p:nvPr>
        </p:nvSpPr>
        <p:spPr>
          <a:xfrm>
            <a:off x="8183540" y="586171"/>
            <a:ext cx="2494791" cy="5134798"/>
          </a:xfrm>
        </p:spPr>
        <p:txBody>
          <a:bodyPr vert="eaVert"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a:xfrm>
            <a:off x="810001" y="446089"/>
            <a:ext cx="6611540" cy="5414962"/>
          </a:xfrm>
        </p:spPr>
        <p:txBody>
          <a:bodyPr vert="eaVert" rtlCol="0" anchor="t"/>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Дата 3"/>
          <p:cNvSpPr>
            <a:spLocks noGrp="1"/>
          </p:cNvSpPr>
          <p:nvPr>
            <p:ph type="dt" sz="half" idx="10"/>
          </p:nvPr>
        </p:nvSpPr>
        <p:spPr/>
        <p:txBody>
          <a:bodyPr rtlCol="0"/>
          <a:lstStyle/>
          <a:p>
            <a:pPr rtl="0"/>
            <a:fld id="{A1222DD4-86D2-4BEC-B8CE-0D1AB90655E2}" type="datetime1">
              <a:rPr lang="ru-RU" noProof="0" smtClean="0"/>
              <a:t>01.03.2025</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370591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pPr rtl="0"/>
            <a:r>
              <a:rPr lang="ru-RU" noProof="0" dirty="0" smtClean="0"/>
              <a:t>Образец заголовка</a:t>
            </a:r>
            <a:endParaRPr lang="ru-RU" noProof="0" dirty="0"/>
          </a:p>
        </p:txBody>
      </p:sp>
      <p:sp>
        <p:nvSpPr>
          <p:cNvPr id="3" name="Текст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5" name="Нижний колонтитул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pPr rtl="0"/>
            <a:endParaRPr lang="ru-RU" noProof="0" dirty="0"/>
          </a:p>
        </p:txBody>
      </p:sp>
      <p:sp>
        <p:nvSpPr>
          <p:cNvPr id="4" name="Дата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pPr rtl="0"/>
            <a:fld id="{9F917ED8-EC0E-419B-918F-315AEF0DB06A}" type="datetime1">
              <a:rPr lang="ru-RU" noProof="0" smtClean="0"/>
              <a:t>01.03.2025</a:t>
            </a:fld>
            <a:endParaRPr lang="ru-RU" noProof="0" dirty="0"/>
          </a:p>
        </p:txBody>
      </p:sp>
      <p:sp>
        <p:nvSpPr>
          <p:cNvPr id="6" name="Номер слайда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pPr rtl="0"/>
            <a:fld id="{D57F1E4F-1CFF-5643-939E-217C01CDF565}" type="slidenum">
              <a:rPr lang="ru-RU" noProof="0" smtClean="0"/>
              <a:pPr/>
              <a:t>‹#›</a:t>
            </a:fld>
            <a:endParaRPr lang="ru-RU" noProof="0" dirty="0"/>
          </a:p>
        </p:txBody>
      </p:sp>
    </p:spTree>
    <p:extLst>
      <p:ext uri="{BB962C8B-B14F-4D97-AF65-F5344CB8AC3E}">
        <p14:creationId xmlns:p14="http://schemas.microsoft.com/office/powerpoint/2010/main" val="1291268597"/>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pic>
        <p:nvPicPr>
          <p:cNvPr id="5" name="Рисунок 4" descr="Группа коллег, работающих вместе за столом">
            <a:extLst>
              <a:ext uri="{FF2B5EF4-FFF2-40B4-BE49-F238E27FC236}">
                <a16:creationId xmlns:a16="http://schemas.microsoft.com/office/drawing/2014/main" id="{FB5DBD6C-E8A8-B349-AC85-61C44AAEA056}"/>
              </a:ext>
            </a:extLst>
          </p:cNvPr>
          <p:cNvPicPr>
            <a:picLocks noChangeAspect="1"/>
          </p:cNvPicPr>
          <p:nvPr/>
        </p:nvPicPr>
        <p:blipFill rotWithShape="1">
          <a:blip r:embed="rId3" cstate="screen">
            <a:duotone>
              <a:prstClr val="black"/>
              <a:schemeClr val="tx2">
                <a:tint val="45000"/>
                <a:satMod val="400000"/>
              </a:schemeClr>
            </a:duotone>
            <a:alphaModFix/>
            <a:extLst>
              <a:ext uri="{BEBA8EAE-BF5A-486C-A8C5-ECC9F3942E4B}">
                <a14:imgProps xmlns:a14="http://schemas.microsoft.com/office/drawing/2010/main">
                  <a14:imgLayer r:embed="rId4">
                    <a14:imgEffect>
                      <a14:brightnessContrast bright="-46000"/>
                    </a14:imgEffect>
                  </a14:imgLayer>
                </a14:imgProps>
              </a:ext>
              <a:ext uri="{28A0092B-C50C-407E-A947-70E740481C1C}">
                <a14:useLocalDpi xmlns:a14="http://schemas.microsoft.com/office/drawing/2010/main"/>
              </a:ext>
            </a:extLst>
          </a:blip>
          <a:srcRect/>
          <a:stretch/>
        </p:blipFill>
        <p:spPr>
          <a:xfrm>
            <a:off x="330456" y="414458"/>
            <a:ext cx="11531088" cy="6029084"/>
          </a:xfrm>
          <a:prstGeom prst="rect">
            <a:avLst/>
          </a:prstGeom>
        </p:spPr>
      </p:pic>
      <p:sp>
        <p:nvSpPr>
          <p:cNvPr id="4" name="Подзаголовок 3">
            <a:extLst>
              <a:ext uri="{FF2B5EF4-FFF2-40B4-BE49-F238E27FC236}">
                <a16:creationId xmlns:a16="http://schemas.microsoft.com/office/drawing/2014/main" id="{9CA982C5-8822-5F41-B151-CBFC3278D992}"/>
              </a:ext>
            </a:extLst>
          </p:cNvPr>
          <p:cNvSpPr>
            <a:spLocks noGrp="1"/>
          </p:cNvSpPr>
          <p:nvPr>
            <p:ph type="subTitle" idx="1"/>
          </p:nvPr>
        </p:nvSpPr>
        <p:spPr>
          <a:xfrm>
            <a:off x="810001" y="1986844"/>
            <a:ext cx="10572000" cy="1788202"/>
          </a:xfrm>
        </p:spPr>
        <p:txBody>
          <a:bodyPr rtlCol="0">
            <a:normAutofit/>
          </a:bodyPr>
          <a:lstStyle/>
          <a:p>
            <a:pPr algn="ctr" rtl="0"/>
            <a:r>
              <a:rPr lang="en-US" sz="4400" i="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Maktabgacha</a:t>
            </a:r>
            <a:r>
              <a:rPr lang="en-US" sz="44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4400" i="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ta’lim</a:t>
            </a:r>
            <a:r>
              <a:rPr lang="en-US" sz="44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4400" i="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tashkilotlarida</a:t>
            </a:r>
            <a:r>
              <a:rPr lang="en-US" sz="44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4400" i="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inklyuziv</a:t>
            </a:r>
            <a:r>
              <a:rPr lang="en-US" sz="44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4400" i="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ta’lim</a:t>
            </a:r>
            <a:r>
              <a:rPr lang="en-US" sz="44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4400" i="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texnalogiyalari</a:t>
            </a:r>
            <a:endParaRPr lang="ru-RU" sz="4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022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Рисунок 6" descr="Группа людей, смотрящих в одну сторону комнаты">
            <a:extLst>
              <a:ext uri="{FF2B5EF4-FFF2-40B4-BE49-F238E27FC236}">
                <a16:creationId xmlns:a16="http://schemas.microsoft.com/office/drawing/2014/main" id="{30DD28AB-D394-1140-A4F3-F7FC038AA57F}"/>
              </a:ext>
            </a:extLst>
          </p:cNvPr>
          <p:cNvPicPr>
            <a:picLocks noChangeAspect="1"/>
          </p:cNvPicPr>
          <p:nvPr/>
        </p:nvPicPr>
        <p:blipFill rotWithShape="1">
          <a:blip r:embed="rId3" cstate="screen">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0" y="0"/>
            <a:ext cx="12191980" cy="6857989"/>
          </a:xfrm>
          <a:prstGeom prst="rect">
            <a:avLst/>
          </a:prstGeom>
        </p:spPr>
      </p:pic>
      <p:sp>
        <p:nvSpPr>
          <p:cNvPr id="2" name="Заголовок 1">
            <a:extLst>
              <a:ext uri="{FF2B5EF4-FFF2-40B4-BE49-F238E27FC236}">
                <a16:creationId xmlns:a16="http://schemas.microsoft.com/office/drawing/2014/main" id="{23F6D5E8-15CF-4755-910B-1B5A1E777357}"/>
              </a:ext>
            </a:extLst>
          </p:cNvPr>
          <p:cNvSpPr>
            <a:spLocks noGrp="1"/>
          </p:cNvSpPr>
          <p:nvPr>
            <p:ph type="title"/>
          </p:nvPr>
        </p:nvSpPr>
        <p:spPr>
          <a:xfrm>
            <a:off x="5142451" y="4724154"/>
            <a:ext cx="6887362" cy="1483699"/>
          </a:xfrm>
        </p:spPr>
        <p:txBody>
          <a:bodyPr rtlCol="0">
            <a:noAutofit/>
          </a:bodyPr>
          <a:lstStyle/>
          <a:p>
            <a:pPr algn="just"/>
            <a:r>
              <a:rPr lang="en-AU" sz="2500" dirty="0" err="1">
                <a:latin typeface="Times New Roman" panose="02020603050405020304" pitchFamily="18" charset="0"/>
                <a:cs typeface="Times New Roman" panose="02020603050405020304" pitchFamily="18" charset="0"/>
              </a:rPr>
              <a:t>Maktabgacha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tashkilotlarida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inklyuziv</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texnologiyasi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haqida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ma’lumot</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berish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uchun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avvalo</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inklyuziv</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ta’limning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mohiyati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va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uning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maktabgacha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yoshdagi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uchun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qo’llanilishi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haqida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tushuncha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berib</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o’taman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Inklyuziv</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 </a:t>
            </a:r>
            <a:r>
              <a:rPr lang="en-AU" sz="2500" dirty="0" err="1">
                <a:latin typeface="Times New Roman" panose="02020603050405020304" pitchFamily="18" charset="0"/>
                <a:cs typeface="Times New Roman" panose="02020603050405020304" pitchFamily="18" charset="0"/>
              </a:rPr>
              <a:t>bu</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barcha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shu</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jumladan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rivojlanishida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jismoniy</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yoki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psixik</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nuqsonlari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bo’lgan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umumiy</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jarayoniga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jalb</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qilishga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qaratilgan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yondashuvdir</a:t>
            </a:r>
            <a:r>
              <a:rPr lang="en-AU" sz="2500" dirty="0">
                <a:latin typeface="Times New Roman" panose="02020603050405020304" pitchFamily="18" charset="0"/>
                <a:cs typeface="Times New Roman" panose="02020603050405020304" pitchFamily="18" charset="0"/>
              </a:rPr>
              <a:t>. Bu </a:t>
            </a:r>
            <a:r>
              <a:rPr lang="en-AU" sz="2500" dirty="0" err="1">
                <a:latin typeface="Times New Roman" panose="02020603050405020304" pitchFamily="18" charset="0"/>
                <a:cs typeface="Times New Roman" panose="02020603050405020304" pitchFamily="18" charset="0"/>
              </a:rPr>
              <a:t>texnologiya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bolalarning</a:t>
            </a:r>
            <a:r>
              <a:rPr lang="en-AU" sz="2500" dirty="0">
                <a:latin typeface="Times New Roman" panose="02020603050405020304" pitchFamily="18" charset="0"/>
                <a:cs typeface="Times New Roman" panose="02020603050405020304" pitchFamily="18" charset="0"/>
              </a:rPr>
              <a:t> individual </a:t>
            </a:r>
            <a:r>
              <a:rPr lang="en-AU" sz="2500" dirty="0" err="1">
                <a:latin typeface="Times New Roman" panose="02020603050405020304" pitchFamily="18" charset="0"/>
                <a:cs typeface="Times New Roman" panose="02020603050405020304" pitchFamily="18" charset="0"/>
              </a:rPr>
              <a:t>ehtiyojlarini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hisobga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olgan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holda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ularga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teng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olish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imkoniyatini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ta’minlashni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maqsad</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qiladi</a:t>
            </a:r>
            <a:r>
              <a:rPr lang="en-AU" sz="2500" dirty="0">
                <a:latin typeface="Times New Roman" panose="02020603050405020304" pitchFamily="18" charset="0"/>
                <a:cs typeface="Times New Roman" panose="02020603050405020304" pitchFamily="18" charset="0"/>
              </a:rPr>
              <a:t>.</a:t>
            </a:r>
            <a:br>
              <a:rPr lang="en-AU" sz="2500" dirty="0">
                <a:latin typeface="Times New Roman" panose="02020603050405020304" pitchFamily="18" charset="0"/>
                <a:cs typeface="Times New Roman" panose="02020603050405020304" pitchFamily="18" charset="0"/>
              </a:rPr>
            </a:br>
            <a:endParaRPr lang="ru-RU" sz="1800" dirty="0">
              <a:latin typeface="Times New Roman" panose="02020603050405020304" pitchFamily="18" charset="0"/>
              <a:cs typeface="Times New Roman" panose="02020603050405020304" pitchFamily="18" charset="0"/>
            </a:endParaRPr>
          </a:p>
        </p:txBody>
      </p:sp>
      <p:graphicFrame>
        <p:nvGraphicFramePr>
          <p:cNvPr id="9" name="Схема 8"/>
          <p:cNvGraphicFramePr/>
          <p:nvPr>
            <p:extLst>
              <p:ext uri="{D42A27DB-BD31-4B8C-83A1-F6EECF244321}">
                <p14:modId xmlns:p14="http://schemas.microsoft.com/office/powerpoint/2010/main" val="3920438710"/>
              </p:ext>
            </p:extLst>
          </p:nvPr>
        </p:nvGraphicFramePr>
        <p:xfrm>
          <a:off x="151002" y="1075305"/>
          <a:ext cx="4720226" cy="47073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80469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Рисунок 8" descr="Строения в деловом центре города">
            <a:extLst>
              <a:ext uri="{FF2B5EF4-FFF2-40B4-BE49-F238E27FC236}">
                <a16:creationId xmlns:a16="http://schemas.microsoft.com/office/drawing/2014/main" id="{E6409136-4F48-5248-8F4D-72F32D4315BB}"/>
              </a:ext>
            </a:extLst>
          </p:cNvPr>
          <p:cNvPicPr>
            <a:picLocks noChangeAspect="1"/>
          </p:cNvPicPr>
          <p:nvPr/>
        </p:nvPicPr>
        <p:blipFill rotWithShape="1">
          <a:blip r:embed="rId3" cstate="screen">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0" y="41013"/>
            <a:ext cx="12191980" cy="6857989"/>
          </a:xfrm>
          <a:prstGeom prst="rect">
            <a:avLst/>
          </a:prstGeom>
        </p:spPr>
      </p:pic>
      <p:sp>
        <p:nvSpPr>
          <p:cNvPr id="10" name="Прямоугольник 9"/>
          <p:cNvSpPr/>
          <p:nvPr/>
        </p:nvSpPr>
        <p:spPr>
          <a:xfrm>
            <a:off x="478171" y="889844"/>
            <a:ext cx="11098635" cy="5478423"/>
          </a:xfrm>
          <a:prstGeom prst="rect">
            <a:avLst/>
          </a:prstGeom>
        </p:spPr>
        <p:txBody>
          <a:bodyPr wrap="square">
            <a:spAutoFit/>
          </a:bodyPr>
          <a:lstStyle/>
          <a:p>
            <a:pPr algn="just"/>
            <a:r>
              <a:rPr lang="en-AU" sz="2500" dirty="0" err="1">
                <a:latin typeface="Times New Roman" panose="02020603050405020304" pitchFamily="18" charset="0"/>
                <a:cs typeface="Times New Roman" panose="02020603050405020304" pitchFamily="18" charset="0"/>
              </a:rPr>
              <a:t>rivojlanishiga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to'liq</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moslashtirilgan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muhit</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yaratish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maqsadida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muhim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qadamlar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bo'ldi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O'zbekistonda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maktabgacha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inklyuziv</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ta'limning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rivojlanishi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uchun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mustahkam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normativ-huquqiy</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baza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yaratilgan</a:t>
            </a:r>
            <a:r>
              <a:rPr lang="en-AU" sz="2500" dirty="0">
                <a:latin typeface="Times New Roman" panose="02020603050405020304" pitchFamily="18" charset="0"/>
                <a:cs typeface="Times New Roman" panose="02020603050405020304" pitchFamily="18" charset="0"/>
              </a:rPr>
              <a:t>. 2016-yilda </a:t>
            </a:r>
            <a:r>
              <a:rPr lang="en-AU" sz="2500" dirty="0" err="1">
                <a:latin typeface="Times New Roman" panose="02020603050405020304" pitchFamily="18" charset="0"/>
                <a:cs typeface="Times New Roman" panose="02020603050405020304" pitchFamily="18" charset="0"/>
              </a:rPr>
              <a:t>O'zbekiston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Respublikasi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Prezidentining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Maktabgacha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rivojlantirish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to'g'risida”gi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qarori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qabul</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qilindi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Ushbu</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qaror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inklyuziv</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rivojlantirishni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va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maxsus</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ehtiyojlarga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ega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uchun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teng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olish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imkoniyatlarini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yaratishni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ko'zda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tutadi</a:t>
            </a:r>
            <a:r>
              <a:rPr lang="en-AU" sz="2500" dirty="0">
                <a:latin typeface="Times New Roman" panose="02020603050405020304" pitchFamily="18" charset="0"/>
                <a:cs typeface="Times New Roman" panose="02020603050405020304" pitchFamily="18" charset="0"/>
              </a:rPr>
              <a:t>. Bu </a:t>
            </a:r>
            <a:r>
              <a:rPr lang="en-AU" sz="2500" dirty="0" err="1">
                <a:latin typeface="Times New Roman" panose="02020603050405020304" pitchFamily="18" charset="0"/>
                <a:cs typeface="Times New Roman" panose="02020603050405020304" pitchFamily="18" charset="0"/>
              </a:rPr>
              <a:t>qaror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shuningdek</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maktabgacha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inkluziv</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yondoshuvlarni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kengaytirish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va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uchun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qulay</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muhiti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yaratish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maqsadida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tizimidagi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o'qituvchilar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va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mutaxassislarning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malakasini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oshirishga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katta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e'tibor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qaratilgan</a:t>
            </a:r>
            <a:r>
              <a:rPr lang="en-AU" sz="2500" dirty="0">
                <a:latin typeface="Times New Roman" panose="02020603050405020304" pitchFamily="18" charset="0"/>
                <a:cs typeface="Times New Roman" panose="02020603050405020304" pitchFamily="18" charset="0"/>
              </a:rPr>
              <a:t>.</a:t>
            </a:r>
          </a:p>
          <a:p>
            <a:pPr algn="just"/>
            <a:r>
              <a:rPr lang="en-AU" sz="2500" dirty="0">
                <a:latin typeface="Times New Roman" panose="02020603050405020304" pitchFamily="18" charset="0"/>
                <a:cs typeface="Times New Roman" panose="02020603050405020304" pitchFamily="18" charset="0"/>
              </a:rPr>
              <a:t>2020-yilda </a:t>
            </a:r>
            <a:r>
              <a:rPr lang="en-AU" sz="2500" dirty="0" err="1">
                <a:latin typeface="Times New Roman" panose="02020603050405020304" pitchFamily="18" charset="0"/>
                <a:cs typeface="Times New Roman" panose="02020603050405020304" pitchFamily="18" charset="0"/>
              </a:rPr>
              <a:t>esa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O'zbekiston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Respublikasi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Vazirlar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Mahkamasining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Maktabgacha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maxsus</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ehtiyojlarga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ega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berishning</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yondoshuvlarini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takomillashtirish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bo'yicha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qarori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qabul</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qilindi</a:t>
            </a:r>
            <a:r>
              <a:rPr lang="en-AU" sz="2500" dirty="0">
                <a:latin typeface="Times New Roman" panose="02020603050405020304" pitchFamily="18" charset="0"/>
                <a:cs typeface="Times New Roman" panose="02020603050405020304" pitchFamily="18" charset="0"/>
              </a:rPr>
              <a:t>. Bu </a:t>
            </a:r>
            <a:r>
              <a:rPr lang="en-AU" sz="2500" dirty="0" err="1">
                <a:latin typeface="Times New Roman" panose="02020603050405020304" pitchFamily="18" charset="0"/>
                <a:cs typeface="Times New Roman" panose="02020603050405020304" pitchFamily="18" charset="0"/>
              </a:rPr>
              <a:t>hujjatlar</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maktabgacha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ta'limda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inklyuziv</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yondoshuvlarni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kengaytirish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maxsus</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ehtiyojlari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bo'lgan</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bolalarni</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ta'limga</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jalb</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etish</a:t>
            </a:r>
            <a:r>
              <a:rPr lang="en-AU" sz="2500" dirty="0">
                <a:latin typeface="Times New Roman" panose="02020603050405020304" pitchFamily="18" charset="0"/>
                <a:cs typeface="Times New Roman" panose="02020603050405020304" pitchFamily="18" charset="0"/>
              </a:rPr>
              <a:t>, </a:t>
            </a:r>
            <a:r>
              <a:rPr lang="en-AU" sz="2500" dirty="0" err="1">
                <a:latin typeface="Times New Roman" panose="02020603050405020304" pitchFamily="18" charset="0"/>
                <a:cs typeface="Times New Roman" panose="02020603050405020304" pitchFamily="18" charset="0"/>
              </a:rPr>
              <a:t>ularning</a:t>
            </a:r>
            <a:r>
              <a:rPr lang="en-AU" sz="2500" dirty="0">
                <a:latin typeface="Times New Roman" panose="02020603050405020304" pitchFamily="18" charset="0"/>
                <a:cs typeface="Times New Roman" panose="02020603050405020304" pitchFamily="18" charset="0"/>
              </a:rPr>
              <a:t> </a:t>
            </a:r>
            <a:endParaRPr lang="en-AU"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855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3887263530"/>
              </p:ext>
            </p:extLst>
          </p:nvPr>
        </p:nvGraphicFramePr>
        <p:xfrm>
          <a:off x="1266738" y="1342239"/>
          <a:ext cx="9613781" cy="49746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08438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Цитаты">
  <a:themeElements>
    <a:clrScheme name="Quotable">
      <a:dk1>
        <a:sysClr val="windowText" lastClr="000000"/>
      </a:dk1>
      <a:lt1>
        <a:sysClr val="window" lastClr="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ACECE1E4-636E-48DB-87ED-4A76DC93378F}"/>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FDB075-32D3-45D6-B446-788704F8FD2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4DF392C-D201-4335-BC06-05E8DA4E0E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DD8CA2E-8B16-4096-95E2-945585B397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Шаблон для организации</Template>
  <TotalTime>0</TotalTime>
  <Words>243</Words>
  <Application>Microsoft Office PowerPoint</Application>
  <PresentationFormat>Широкоэкранный</PresentationFormat>
  <Paragraphs>16</Paragraphs>
  <Slides>4</Slides>
  <Notes>3</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vt:i4>
      </vt:variant>
    </vt:vector>
  </HeadingPairs>
  <TitlesOfParts>
    <vt:vector size="10" baseType="lpstr">
      <vt:lpstr>Arial</vt:lpstr>
      <vt:lpstr>Calibri</vt:lpstr>
      <vt:lpstr>Century Gothic</vt:lpstr>
      <vt:lpstr>Times New Roman</vt:lpstr>
      <vt:lpstr>Wingdings 2</vt:lpstr>
      <vt:lpstr>Цитаты</vt:lpstr>
      <vt:lpstr>Презентация PowerPoint</vt:lpstr>
      <vt:lpstr>Maktabgacha ta’lim tashkilotlarida inklyuziv ta’lim texnologiyasi haqida ma’lumot berish uchun avvalo inklyuziv ta’limning mohiyati va uning maktabgacha yoshdagi bolalar uchun qo’llanilishi haqida tushuncha berib o’taman. Inklyuziv ta’lim – bu barcha bolalar, shu jumladan, rivojlanishida jismoniy yoki psixik nuqsonlari bo’lgan bolalarni umumiy ta’lim jarayoniga jalb qilishga qaratilgan yondashuvdir. Bu texnologiya bolalarning individual ehtiyojlarini hisobga olgan holda ularga teng ta’lim olish imkoniyatini ta’minlashni maqsad qiladi. </vt:lpstr>
      <vt:lpstr>Презентация PowerPoint</vt:lpstr>
      <vt:lpstr>Презентация PowerPoint</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2025-03-01T16:00:10Z</dcterms:created>
  <dcterms:modified xsi:type="dcterms:W3CDTF">2025-03-01T17:22:41Z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